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afe74b01594ff8" /><Relationship Type="http://schemas.openxmlformats.org/officeDocument/2006/relationships/extended-properties" Target="/docProps/app.xml" Id="Rd74369ac94904a65" /><Relationship Type="http://schemas.openxmlformats.org/officeDocument/2006/relationships/officeDocument" Target="/ppt/presentation.xml" Id="R7d361d61b05d45ea" /></Relationships>
</file>

<file path=ppt/presentation.xml><?xml version="1.0" encoding="utf-8"?>
<p:presentation xmlns:p="http://schemas.openxmlformats.org/presentationml/2006/main">
  <p:sldMasterIdLst>
    <p:sldMasterId xmlns:r="http://schemas.openxmlformats.org/officeDocument/2006/relationships" id="2147483648" r:id="R8241659cf87946ec"/>
  </p:sldMasterIdLst>
  <p:notesMasterIdLst>
    <p:notesMasterId xmlns:r="http://schemas.openxmlformats.org/officeDocument/2006/relationships" r:id="Rf94cb5315e38485f"/>
  </p:notesMasterIdLst>
  <p:sldIdLst>
    <p:sldId xmlns:r="http://schemas.openxmlformats.org/officeDocument/2006/relationships" id="256" r:id="R6d44d2e5e6624d60"/>
    <p:sldId xmlns:r="http://schemas.openxmlformats.org/officeDocument/2006/relationships" id="257" r:id="Rdc136828a80a4512"/>
    <p:sldId xmlns:r="http://schemas.openxmlformats.org/officeDocument/2006/relationships" id="258" r:id="R8d77717bb46d4140"/>
    <p:sldId xmlns:r="http://schemas.openxmlformats.org/officeDocument/2006/relationships" id="259" r:id="R8db82b4498b24ff6"/>
    <p:sldId xmlns:r="http://schemas.openxmlformats.org/officeDocument/2006/relationships" id="260" r:id="Rdbbd009fff1d4c9d"/>
    <p:sldId xmlns:r="http://schemas.openxmlformats.org/officeDocument/2006/relationships" id="261" r:id="R537f139f37a94ceb"/>
    <p:sldId xmlns:r="http://schemas.openxmlformats.org/officeDocument/2006/relationships" id="262" r:id="R2060eed0570b43d6"/>
    <p:sldId xmlns:r="http://schemas.openxmlformats.org/officeDocument/2006/relationships" id="263" r:id="Rd7c4b4f57a0a4394"/>
    <p:sldId xmlns:r="http://schemas.openxmlformats.org/officeDocument/2006/relationships" id="264" r:id="R3a86b73b8de24268"/>
    <p:sldId xmlns:r="http://schemas.openxmlformats.org/officeDocument/2006/relationships" id="265" r:id="R1636e01d34354fc7"/>
    <p:sldId xmlns:r="http://schemas.openxmlformats.org/officeDocument/2006/relationships" id="266" r:id="Rd35921911a9a4c91"/>
    <p:sldId xmlns:r="http://schemas.openxmlformats.org/officeDocument/2006/relationships" id="267" r:id="Re47e5f5dec3c4bf3"/>
    <p:sldId xmlns:r="http://schemas.openxmlformats.org/officeDocument/2006/relationships" id="268" r:id="R06ca2c55d5054d0f"/>
    <p:sldId xmlns:r="http://schemas.openxmlformats.org/officeDocument/2006/relationships" id="269" r:id="R6f3a6aed48ac4b29"/>
    <p:sldId xmlns:r="http://schemas.openxmlformats.org/officeDocument/2006/relationships" id="270" r:id="R971999894a454671"/>
    <p:sldId xmlns:r="http://schemas.openxmlformats.org/officeDocument/2006/relationships" id="271" r:id="Ra392d08ce9d74ee4"/>
    <p:sldId xmlns:r="http://schemas.openxmlformats.org/officeDocument/2006/relationships" id="272" r:id="Rfcf6b4dc2b2b461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295d95fde04e09" /><Relationship Type="http://schemas.openxmlformats.org/officeDocument/2006/relationships/slideMaster" Target="/ppt/slideMasters/slideMaster1.xml" Id="R8241659cf87946ec" /><Relationship Type="http://schemas.openxmlformats.org/officeDocument/2006/relationships/notesMaster" Target="/ppt/notesMasters/notesMaster1.xml" Id="Rf94cb5315e38485f" /><Relationship Type="http://schemas.openxmlformats.org/officeDocument/2006/relationships/presProps" Target="/ppt/presProps.xml" Id="Rc5cf1c4f049943d8" /><Relationship Type="http://schemas.openxmlformats.org/officeDocument/2006/relationships/tableStyles" Target="/ppt/tableStyles.xml" Id="Rd5054e297e134d39" /><Relationship Type="http://schemas.openxmlformats.org/officeDocument/2006/relationships/slide" Target="/ppt/slides/slide1.xml" Id="R6d44d2e5e6624d60" /><Relationship Type="http://schemas.openxmlformats.org/officeDocument/2006/relationships/slide" Target="/ppt/slides/slide2.xml" Id="Rdc136828a80a4512" /><Relationship Type="http://schemas.openxmlformats.org/officeDocument/2006/relationships/slide" Target="/ppt/slides/slide3.xml" Id="R8d77717bb46d4140" /><Relationship Type="http://schemas.openxmlformats.org/officeDocument/2006/relationships/slide" Target="/ppt/slides/slide4.xml" Id="R8db82b4498b24ff6" /><Relationship Type="http://schemas.openxmlformats.org/officeDocument/2006/relationships/slide" Target="/ppt/slides/slide5.xml" Id="Rdbbd009fff1d4c9d" /><Relationship Type="http://schemas.openxmlformats.org/officeDocument/2006/relationships/slide" Target="/ppt/slides/slide6.xml" Id="R537f139f37a94ceb" /><Relationship Type="http://schemas.openxmlformats.org/officeDocument/2006/relationships/slide" Target="/ppt/slides/slide7.xml" Id="R2060eed0570b43d6" /><Relationship Type="http://schemas.openxmlformats.org/officeDocument/2006/relationships/slide" Target="/ppt/slides/slide8.xml" Id="Rd7c4b4f57a0a4394" /><Relationship Type="http://schemas.openxmlformats.org/officeDocument/2006/relationships/slide" Target="/ppt/slides/slide9.xml" Id="R3a86b73b8de24268" /><Relationship Type="http://schemas.openxmlformats.org/officeDocument/2006/relationships/slide" Target="/ppt/slides/slide10.xml" Id="R1636e01d34354fc7" /><Relationship Type="http://schemas.openxmlformats.org/officeDocument/2006/relationships/slide" Target="/ppt/slides/slide11.xml" Id="Rd35921911a9a4c91" /><Relationship Type="http://schemas.openxmlformats.org/officeDocument/2006/relationships/slide" Target="/ppt/slides/slide12.xml" Id="Re47e5f5dec3c4bf3" /><Relationship Type="http://schemas.openxmlformats.org/officeDocument/2006/relationships/slide" Target="/ppt/slides/slide13.xml" Id="R06ca2c55d5054d0f" /><Relationship Type="http://schemas.openxmlformats.org/officeDocument/2006/relationships/slide" Target="/ppt/slides/slide14.xml" Id="R6f3a6aed48ac4b29" /><Relationship Type="http://schemas.openxmlformats.org/officeDocument/2006/relationships/slide" Target="/ppt/slides/slide15.xml" Id="R971999894a454671" /><Relationship Type="http://schemas.openxmlformats.org/officeDocument/2006/relationships/slide" Target="/ppt/slides/slide16.xml" Id="Ra392d08ce9d74ee4" /><Relationship Type="http://schemas.openxmlformats.org/officeDocument/2006/relationships/slide" Target="/ppt/slides/slide17.xml" Id="Rfcf6b4dc2b2b46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482a8a202942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fa23db34e14d33" /><Relationship Type="http://schemas.openxmlformats.org/officeDocument/2006/relationships/notesMaster" Target="/ppt/notesMasters/notesMaster1.xml" Id="Rf772166bee7948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f52572f39d4e8c" /><Relationship Type="http://schemas.openxmlformats.org/officeDocument/2006/relationships/notesMaster" Target="/ppt/notesMasters/notesMaster1.xml" Id="R9e85366fb4d048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fdc96be15441da" /><Relationship Type="http://schemas.openxmlformats.org/officeDocument/2006/relationships/notesMaster" Target="/ppt/notesMasters/notesMaster1.xml" Id="Rcf5c1cf6d8f542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03d35793ac4a28" /><Relationship Type="http://schemas.openxmlformats.org/officeDocument/2006/relationships/notesMaster" Target="/ppt/notesMasters/notesMaster1.xml" Id="R8a99f279106c41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7c574ecef44452" /><Relationship Type="http://schemas.openxmlformats.org/officeDocument/2006/relationships/notesMaster" Target="/ppt/notesMasters/notesMaster1.xml" Id="R48e1d2b150ee4a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fc0e00e96243a9" /><Relationship Type="http://schemas.openxmlformats.org/officeDocument/2006/relationships/notesMaster" Target="/ppt/notesMasters/notesMaster1.xml" Id="R782c7e3138884d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96c40520ee4198" /><Relationship Type="http://schemas.openxmlformats.org/officeDocument/2006/relationships/notesMaster" Target="/ppt/notesMasters/notesMaster1.xml" Id="R2da5b887757847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406e9064e049b9" /><Relationship Type="http://schemas.openxmlformats.org/officeDocument/2006/relationships/notesMaster" Target="/ppt/notesMasters/notesMaster1.xml" Id="Ra4bce1a3a48943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af887028454935" /><Relationship Type="http://schemas.openxmlformats.org/officeDocument/2006/relationships/notesMaster" Target="/ppt/notesMasters/notesMaster1.xml" Id="R3aa3d730afc54f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039104ea5674d4b" /><Relationship Type="http://schemas.openxmlformats.org/officeDocument/2006/relationships/notesMaster" Target="/ppt/notesMasters/notesMaster1.xml" Id="Ra18b7876d3f244a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d3e6b57afd4a8e" /><Relationship Type="http://schemas.openxmlformats.org/officeDocument/2006/relationships/notesMaster" Target="/ppt/notesMasters/notesMaster1.xml" Id="R6e39aa92f9684a7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902aa8cc0a14b40" /><Relationship Type="http://schemas.openxmlformats.org/officeDocument/2006/relationships/notesMaster" Target="/ppt/notesMasters/notesMaster1.xml" Id="R6dc429463026470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0507c7d051d4648" /><Relationship Type="http://schemas.openxmlformats.org/officeDocument/2006/relationships/notesMaster" Target="/ppt/notesMasters/notesMaster1.xml" Id="R747d71c277934b6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fa214faf84b4331" /><Relationship Type="http://schemas.openxmlformats.org/officeDocument/2006/relationships/notesMaster" Target="/ppt/notesMasters/notesMaster1.xml" Id="R364f6e4937b540a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9f3be71c314f5f" /><Relationship Type="http://schemas.openxmlformats.org/officeDocument/2006/relationships/notesMaster" Target="/ppt/notesMasters/notesMaster1.xml" Id="Rfe8ca8385f8e424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cdb4f6f49c54614" /><Relationship Type="http://schemas.openxmlformats.org/officeDocument/2006/relationships/notesMaster" Target="/ppt/notesMasters/notesMaster1.xml" Id="Rca2853d324e9402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8ea6318e73942db" /><Relationship Type="http://schemas.openxmlformats.org/officeDocument/2006/relationships/notesMaster" Target="/ppt/notesMasters/notesMaster1.xml" Id="Ra4d322fa2d9d42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seconds. Good morning. I am Smit Hitnalli, registration number 2502051938, section N3. My project is AceOS, the Asset, Compliance &amp; Equipment Operations System. It is a local Java application for campus equipment faults and maintenance. I will first show one repair example, then explain the object-oriented design and the relational database behind it. This same application is the basis of both subject submissions.</a:t>
            </a:r>
          </a:p>
          <a:p xmlns:a="http://schemas.openxmlformats.org/drawingml/2006/main">
            <a:r>
              <a:t/>
            </a:r>
          </a:p>
          <a:p xmlns:a="http://schemas.openxmlformats.org/drawingml/2006/main">
            <a:r>
              <a:t>Sources: AceOS v2.0.0, https://github.com/SmitHitnalli/aceos ; README.md; docs/college-scope.md; docs/oop-design.md; docs/data-dictionary.md; docs/transactions.md; docs/verification.md. Source references below are repository-relative. Screenshots are controlled UI-check fixtures, not live institutional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 seconds. Consider an air conditioner in a classroom that is not cooling. This is an illustrative example matching the type of asset represented in the project fixtures. Reporting the fault is only the beginning. Someone has to decide whether it should be accepted, assign the work and establish whether the repair is actually satisfactory. Without connected records, those decisions can become disconnected messages. The three questions on this slide are the operational problem AceOS addresses. I am not claiming measured delays or savings.</a:t>
            </a:r>
          </a:p>
          <a:p xmlns:a="http://schemas.openxmlformats.org/drawingml/2006/main">
            <a:r>
              <a:t/>
            </a:r>
          </a:p>
          <a:p xmlns:a="http://schemas.openxmlformats.org/drawingml/2006/main">
            <a:r>
              <a:t>Sources: AceOS v2.0.0, https://github.com/SmitHitnalli/aceos ; README.md; docs/college-scope.md; docs/oop-design.md; docs/data-dictionary.md; docs/transactions.md; docs/verification.md. Source references below are repository-relative. Screenshots are controlled UI-check fixtures, not live institutional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AceOS connects the asset register to complaints, repair work, inspections and preventive schedules. The requester reports a problem and follows their own complaint. The technician handles assigned work and can submit a correction when a repair is returned. The administrator reviews, assigns and verifies work and manages operational records. The permission checks are in services, so they are more than visibility rules for buttons. The application is local: JavaFX provides the interface and MySQL stores durable records.</a:t>
            </a:r>
          </a:p>
          <a:p xmlns:a="http://schemas.openxmlformats.org/drawingml/2006/main">
            <a:r>
              <a:t/>
            </a:r>
          </a:p>
          <a:p xmlns:a="http://schemas.openxmlformats.org/drawingml/2006/main">
            <a:r>
              <a:t>Sources: AceOS v2.0.0, https://github.com/SmitHitnalli/aceos ; README.md; docs/college-scope.md; docs/oop-design.md; docs/data-dictionary.md; docs/transactions.md; docs/verification.md. Source references below are repository-relative. Screenshots are controlled UI-check fixtures, not live institutional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 In our example, the requester reports the AC fault. An administrator accepts the complaint and assigns a technician. The technician starts and completes the repair. The administrator then reviews the submitted evidence and verifies it. Verification resolves that linked complaint. Completion and verification are deliberately separate: finishing work is the technician’s statement, while acceptance belongs to the administrator. If the result is unsatisfactory, the administrator returns it with a reason. The assigned technician submits a new correction, preserving earlier evidence. This is the main example used in both the OOP and database sections.</a:t>
            </a:r>
          </a:p>
          <a:p xmlns:a="http://schemas.openxmlformats.org/drawingml/2006/main">
            <a:r>
              <a:t/>
            </a:r>
          </a:p>
          <a:p xmlns:a="http://schemas.openxmlformats.org/drawingml/2006/main">
            <a:r>
              <a:t>Sources: AceOS v2.0.0, https://github.com/SmitHitnalli/aceos ; README.md; docs/college-scope.md; docs/oop-design.md; docs/data-dictionary.md; docs/transactions.md; docs/verification.md. Source references below are repository-relative. Screenshots are controlled UI-check fixtures, not live institutional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approximately 20 seconds. Show the reporting form. The requester selects the asset, describes the fault and chooses a priority before submitting. This fixture shows the completed form before submission; it does not show a newly saved complaint. Connect it to step 1 on the workflow slide. Source: target/ui-checks/presentation-report-full-shell-1280.png.</a:t>
            </a:r>
          </a:p>
          <a:p xmlns:a="http://schemas.openxmlformats.org/drawingml/2006/main">
            <a:r>
              <a:t/>
            </a:r>
          </a:p>
          <a:p xmlns:a="http://schemas.openxmlformats.org/drawingml/2006/main">
            <a:r>
              <a:t>Sources: AceOS v2.0.0, https://github.com/SmitHitnalli/aceos ; README.md; docs/college-scope.md; docs/oop-design.md; docs/data-dictionary.md; docs/transactions.md; docs/verification.md. Source references below are repository-relative. Screenshots are controlled UI-check fixtures, not live institutional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approximately 20 seconds. Point to the classroom AC complaint, the required review reason and the Accept complaint / Reject complaint controls. The administrator reviews the request before it becomes assigned repair work. This is step 2 of the workflow. Source: target/ui-checks/phase3-detail-administrator-1280.png.</a:t>
            </a:r>
          </a:p>
          <a:p xmlns:a="http://schemas.openxmlformats.org/drawingml/2006/main">
            <a:r>
              <a:t/>
            </a:r>
          </a:p>
          <a:p xmlns:a="http://schemas.openxmlformats.org/drawingml/2006/main">
            <a:r>
              <a:t>Sources: AceOS v2.0.0, https://github.com/SmitHitnalli/aceos ; README.md; docs/college-scope.md; docs/oop-design.md; docs/data-dictionary.md; docs/transactions.md; docs/verification.md. Source references below are repository-relative. Screenshots are controlled UI-check fixtures, not live institutional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approximately 20 seconds. Point to the selected technician, workload information and Assign repair control. The administrator chooses an active technician. This screen is a different scroll position of the assignment workflow; these are controlled fixtures, not a newly performed continuous live run. Source: target/ui-checks/presentation-assignment-full-shell-1280.png.</a:t>
            </a:r>
          </a:p>
          <a:p xmlns:a="http://schemas.openxmlformats.org/drawingml/2006/main">
            <a:r>
              <a:t/>
            </a:r>
          </a:p>
          <a:p xmlns:a="http://schemas.openxmlformats.org/drawingml/2006/main">
            <a:r>
              <a:t>Sources: AceOS v2.0.0, https://github.com/SmitHitnalli/aceos ; README.md; docs/college-scope.md; docs/oop-design.md; docs/data-dictionary.md; docs/transactions.md; docs/verification.md. Source references below are repository-relative. Screenshots are controlled UI-check fixtures, not live institutional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approximately 20 seconds. Point to the assigned technician, the repair status and Start repair. This is the technician view of the same example AC complaint and repair identifiers. The technician starts the repair and later submits completion evidence. This screenshot specifically shows the start action, not successful completion. Source: target/ui-checks/phase3-detail-technician-1280.png.</a:t>
            </a:r>
          </a:p>
          <a:p xmlns:a="http://schemas.openxmlformats.org/drawingml/2006/main">
            <a:r>
              <a:t/>
            </a:r>
          </a:p>
          <a:p xmlns:a="http://schemas.openxmlformats.org/drawingml/2006/main">
            <a:r>
              <a:t>Sources: AceOS v2.0.0, https://github.com/SmitHitnalli/aceos ; README.md; docs/college-scope.md; docs/oop-design.md; docs/data-dictionary.md; docs/transactions.md; docs/verification.md. Source references below are repository-relative. Screenshots are controlled UI-check fixtures, not live institutional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approximately 20 seconds. Point to the submitted work, the Verify completed repair control and the alternative Return for correction control. This screenshot shows the review controls before verification, not an already verified result. Verification accepts the latest displayed submission and resolves the linked complaint. Source: target/ui-checks/correction-shell-administrator-false-bottom-1280.png.</a:t>
            </a:r>
          </a:p>
          <a:p xmlns:a="http://schemas.openxmlformats.org/drawingml/2006/main">
            <a:r>
              <a:t/>
            </a:r>
          </a:p>
          <a:p xmlns:a="http://schemas.openxmlformats.org/drawingml/2006/main">
            <a:r>
              <a:t>Sources: AceOS v2.0.0, https://github.com/SmitHitnalli/aceos ; README.md; docs/college-scope.md; docs/oop-design.md; docs/data-dictionary.md; docs/transactions.md; docs/verification.md. Source references below are repository-relative. Screenshots are controlled UI-check fixtures, not live institutional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 This is an actual screenshot from the project’s controlled JavaFX checks. It shows the administrator’s repair-progress page for an example classroom AC complaint. Point first to the status, then the assigned technician, and finally the submission and review history. The interface separates the original complaint from the work submitted. Comments and review reasons are retained alongside the record. This screenshot is a fixture, not live campus information. If demonstrating the running app, show this same workflow here and keep the screenshot as a fallback. Source: target/ui-checks/correction-shell-administrator-false-top-1280.png.</a:t>
            </a:r>
          </a:p>
          <a:p xmlns:a="http://schemas.openxmlformats.org/drawingml/2006/main">
            <a:r>
              <a:t/>
            </a:r>
          </a:p>
          <a:p xmlns:a="http://schemas.openxmlformats.org/drawingml/2006/main">
            <a:r>
              <a:t>Sources: AceOS v2.0.0, https://github.com/SmitHitnalli/aceos ; README.md; docs/college-scope.md; docs/oop-design.md; docs/data-dictionary.md; docs/transactions.md; docs/verification.md. Source references below are repository-relative. Screenshots are controlled UI-check fixtures, not live institutional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A JavaFX view collects an action and calls AceOsService. The service validates the current session and coordinates the operation. Repositories issue SQL through JDBC to MySQL. Domain objects represent facts and selected lifecycle rules. The view therefore does not own SQL transactions, and the database does not decide which JavaFX screen is visible. FxTasks runs database operations in the background and returns interface updates to the JavaFX thread. This architecture connects the two course perspectives: object responsibilities on one side and durable relational data on the other.</a:t>
            </a:r>
          </a:p>
          <a:p xmlns:a="http://schemas.openxmlformats.org/drawingml/2006/main">
            <a:r>
              <a:t/>
            </a:r>
          </a:p>
          <a:p xmlns:a="http://schemas.openxmlformats.org/drawingml/2006/main">
            <a:r>
              <a:t>Sources: AceOS v2.0.0, https://github.com/SmitHitnalli/aceos ; README.md; docs/college-scope.md; docs/oop-design.md; docs/data-dictionary.md; docs/transactions.md; docs/verification.md. Source references below are repository-relative. Screenshots are controlled UI-check fixtures, not live institutional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 A Complaint references the Asset involved and the User who reported it. A WorkOrder references its Complaint and assigned technician. These are has-a associations: a work order is not a kind of user. UserRole distinguishes requester, technician and administrator without three User subclasses. That matches the implemented code and preserves identity when account responsibilities change. The diagram is simplified to the main domain classes. It does not imply that deleting an in-memory object deletes relational history. Source: src/main/java/com/aceos/model/Complaint.java, WorkOrder.java and User.java.</a:t>
            </a:r>
          </a:p>
          <a:p xmlns:a="http://schemas.openxmlformats.org/drawingml/2006/main">
            <a:r>
              <a:t/>
            </a:r>
          </a:p>
          <a:p xmlns:a="http://schemas.openxmlformats.org/drawingml/2006/main">
            <a:r>
              <a:t>Sources: AceOS v2.0.0, https://github.com/SmitHitnalli/aceos ; README.md; docs/college-scope.md; docs/oop-design.md; docs/data-dictionary.md; docs/transactions.md; docs/verification.md. Source references below are repository-relative. Screenshots are controlled UI-check fixtures, not live institutional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 seconds. Encapsulation is visible in WorkOrder.start: a caller requests a meaningful transition instead of assigning any status. The method requires ASSIGNED before recording IN_PROGRESS and a start time. Services still add authentication and persistent checks. Inheritance is present in the JavaFX UI: WorkspaceView extends BorderPane. Runtime polymorphism appears in JDBC Connection implementations and the transaction connection proxy. Constructor overloading is visible in User’s new-object and stored-object constructors. Do not claim a role subclass hierarchy. The snippet is shortened for explanation; the exact source includes requireStatus and its message. Sources: model/WorkOrder.java, model/User.java, ui/WorkspaceView.java and database/Transactions.java.</a:t>
            </a:r>
          </a:p>
          <a:p xmlns:a="http://schemas.openxmlformats.org/drawingml/2006/main">
            <a:r>
              <a:t/>
            </a:r>
          </a:p>
          <a:p xmlns:a="http://schemas.openxmlformats.org/drawingml/2006/main">
            <a:r>
              <a:t>Sources: AceOS v2.0.0, https://github.com/SmitHitnalli/aceos ; README.md; docs/college-scope.md; docs/oop-design.md; docs/data-dictionary.md; docs/transactions.md; docs/verification.md. Source references below are repository-relative. Screenshots are controlled UI-check fixtures, not live institutional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65 seconds. The complete schema has 16 tables; this diagram isolates five central tables so the relationships are readable. One asset can have many complaints. A complaint can have zero or one work order. A work order can have many numbered maintenance submissions, and one submission can have zero or one terminal review. complaint_id is unique in work_orders, and the work-order/submission-number pair is unique in maintenance_records. The current and verified pointers use composite foreign keys to require evidence from the same work order. Actor, account, inspection and safety tables are omitted here, not absent from the system. Sources: docs/data-dictionary.md and docs/er-diagram.md.</a:t>
            </a:r>
          </a:p>
          <a:p xmlns:a="http://schemas.openxmlformats.org/drawingml/2006/main">
            <a:r>
              <a:t/>
            </a:r>
          </a:p>
          <a:p xmlns:a="http://schemas.openxmlformats.org/drawingml/2006/main">
            <a:r>
              <a:t>Sources: AceOS v2.0.0, https://github.com/SmitHitnalli/aceos ; README.md; docs/college-scope.md; docs/oop-design.md; docs/data-dictionary.md; docs/transactions.md; docs/verification.md. Source references below are repository-relative. Screenshots are controlled UI-check fixtures, not live institutional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 seconds. Imagine submission one was returned and the technician created submission two. An old screen must not approve submission two merely because the status says COMPLETED again. Verification therefore compares the exact submission the administrator viewed. The service transaction inserts the VERIFY review, marks the work verified, resolves its complaint, recalculates availability and appends an audit event. If any write fails before commit, the operation rolls back. Keys preserve references; separation of assets, complaints and submissions reduces repeated facts. Availability and historical author snapshots are deliberate stored values. Verifying this repair does not automatically clear another repair or an independent safety hold. Source: docs/transactions.md.</a:t>
            </a:r>
          </a:p>
          <a:p xmlns:a="http://schemas.openxmlformats.org/drawingml/2006/main">
            <a:r>
              <a:t/>
            </a:r>
          </a:p>
          <a:p xmlns:a="http://schemas.openxmlformats.org/drawingml/2006/main">
            <a:r>
              <a:t>Sources: AceOS v2.0.0, https://github.com/SmitHitnalli/aceos ; README.md; docs/college-scope.md; docs/oop-design.md; docs/data-dictionary.md; docs/transactions.md; docs/verification.md. Source references below are repository-relative. Screenshots are controlled UI-check fixtures, not live institutional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The final documented v2.0.0 run passed 89 configured checks: 46 database, 3 password/session and 40 JavaFX, with zero failures, errors or skips. These are recorded project results, not a fresh test run for this presentation. Coverage includes state transitions, stale evidence, rollback, role permissions and interface recovery. Human walkthrough confirmation is separate from automated checks, and focused earlier runs overlap the final total. The result is a functioning local application with traceable complaint and repair history, rather than a claim of production-scale deployment. Source: docs/verification.md.</a:t>
            </a:r>
          </a:p>
          <a:p xmlns:a="http://schemas.openxmlformats.org/drawingml/2006/main">
            <a:r>
              <a:t/>
            </a:r>
          </a:p>
          <a:p xmlns:a="http://schemas.openxmlformats.org/drawingml/2006/main">
            <a:r>
              <a:t>Sources: AceOS v2.0.0, https://github.com/SmitHitnalli/aceos ; README.md; docs/college-scope.md; docs/oop-design.md; docs/data-dictionary.md; docs/transactions.md; docs/verification.md. Source references below are repository-relative. Screenshots are controlled UI-check fixtures, not live institutional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 seconds. AceOS demonstrates one complete operational workflow from complaint to verified repair. The OOP contribution is the separation of responsibilities and controlled lifecycle behaviour. The RDBMS contribution is linked history and consistent multi-record changes. The current application is designed for a trusted local environment. Notifications, QR-based lookup and a shared server with server-side authorization are future extensions, not implemented features. Close by saying: the key design decision is to keep the complaint, the submitted repair and the accepted evidence distinct, while connecting them through objects and database keys. Invite questions.</a:t>
            </a:r>
          </a:p>
          <a:p xmlns:a="http://schemas.openxmlformats.org/drawingml/2006/main">
            <a:r>
              <a:t/>
            </a:r>
          </a:p>
          <a:p xmlns:a="http://schemas.openxmlformats.org/drawingml/2006/main">
            <a:r>
              <a:t>Sources: AceOS v2.0.0, https://github.com/SmitHitnalli/aceos ; README.md; docs/college-scope.md; docs/oop-design.md; docs/data-dictionary.md; docs/transactions.md; docs/verification.md. Source references below are repository-relative. Screenshots are controlled UI-check fixtures, not live institutional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34020784fd40e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c6d571055834e0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a63645a30e34ca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0be844b4e0f4f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abf1df42551431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a7ab705f2b74c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DB8D7B-4DA2-464D-AA89-23FC8B8F8C2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B073957-12D3-4FD7-BB44-0D833BCB282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2D60FD2-2FA8-462B-8C1D-228E419A2EA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335CE6-E8F7-4079-A3F2-8F83D51197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9ABC9C1-7A25-4670-925F-61596FE53CF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6B5E7DA-20D5-4DDA-B2C2-366762BD02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429684-EF72-433D-ADFC-78B6A7B4F09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48A474E-7B84-4CCD-A618-12779C0F02D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5DFB88-883A-4002-9BED-9CBD8C698E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6B4E65-1BE3-4DBF-921D-24651C5334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8830c8f1504e4a" /><Relationship Type="http://schemas.openxmlformats.org/officeDocument/2006/relationships/slideLayout" Target="/ppt/slideLayouts/slideLayout1.xml" Id="Rfc8aa0b529bc4cc2" /><Relationship Type="http://schemas.openxmlformats.org/officeDocument/2006/relationships/slideLayout" Target="/ppt/slideLayouts/slideLayout2.xml" Id="R634a81dcfa97471e" /><Relationship Type="http://schemas.openxmlformats.org/officeDocument/2006/relationships/slideLayout" Target="/ppt/slideLayouts/slideLayout3.xml" Id="R1c9e7f3e777d49ba" /><Relationship Type="http://schemas.openxmlformats.org/officeDocument/2006/relationships/slideLayout" Target="/ppt/slideLayouts/slideLayout4.xml" Id="Raa33ad0b7a79458c" /><Relationship Type="http://schemas.openxmlformats.org/officeDocument/2006/relationships/slideLayout" Target="/ppt/slideLayouts/slideLayout5.xml" Id="Rcfbb797eb9d04b05" /><Relationship Type="http://schemas.openxmlformats.org/officeDocument/2006/relationships/slideLayout" Target="/ppt/slideLayouts/slideLayout6.xml" Id="Rcae88896589947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8aa0b529bc4cc2"/>
    <p:sldLayoutId xmlns:r="http://schemas.openxmlformats.org/officeDocument/2006/relationships" id="2147483650" r:id="R634a81dcfa97471e"/>
    <p:sldLayoutId xmlns:r="http://schemas.openxmlformats.org/officeDocument/2006/relationships" id="2147483651" r:id="R1c9e7f3e777d49ba"/>
    <p:sldLayoutId xmlns:r="http://schemas.openxmlformats.org/officeDocument/2006/relationships" id="2147483652" r:id="Raa33ad0b7a79458c"/>
    <p:sldLayoutId xmlns:r="http://schemas.openxmlformats.org/officeDocument/2006/relationships" id="2147483653" r:id="Rcfbb797eb9d04b05"/>
    <p:sldLayoutId xmlns:r="http://schemas.openxmlformats.org/officeDocument/2006/relationships" id="2147483654" r:id="Rcae88896589947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54dadb5fb184b84" /><Relationship Type="http://schemas.openxmlformats.org/officeDocument/2006/relationships/image" Target="/ppt/media/image.png" Id="R13d4215128c44615" /><Relationship Type="http://schemas.openxmlformats.org/officeDocument/2006/relationships/notesSlide" Target="/ppt/notesSlides/notesSlide1.xml" Id="Rc6beb0f52e0b4d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7e878b0fd324810" /><Relationship Type="http://schemas.openxmlformats.org/officeDocument/2006/relationships/notesSlide" Target="/ppt/notesSlides/notesSlide2.xml" Id="R415bdc000ee941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513ed0953414670" /><Relationship Type="http://schemas.openxmlformats.org/officeDocument/2006/relationships/notesSlide" Target="/ppt/notesSlides/notesSlide3.xml" Id="Rea15b98235354d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68194daf3094ddb" /><Relationship Type="http://schemas.openxmlformats.org/officeDocument/2006/relationships/notesSlide" Target="/ppt/notesSlides/notesSlide4.xml" Id="Rdd8473c02a1d48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35ce36e90644da6" /><Relationship Type="http://schemas.openxmlformats.org/officeDocument/2006/relationships/image" Target="/ppt/media/image2.png" Id="Rbcadc90561d843ed" /><Relationship Type="http://schemas.openxmlformats.org/officeDocument/2006/relationships/notesSlide" Target="/ppt/notesSlides/notesSlide5.xml" Id="R4c631c2c69ec4b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a037ebfeb5b4e45" /><Relationship Type="http://schemas.openxmlformats.org/officeDocument/2006/relationships/image" Target="/ppt/media/image3.png" Id="Rd9d9a621a1a44d87" /><Relationship Type="http://schemas.openxmlformats.org/officeDocument/2006/relationships/notesSlide" Target="/ppt/notesSlides/notesSlide6.xml" Id="Rfdc024aa2db247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449633f9c4344df" /><Relationship Type="http://schemas.openxmlformats.org/officeDocument/2006/relationships/image" Target="/ppt/media/image4.png" Id="Rd144c98e5d254e78" /><Relationship Type="http://schemas.openxmlformats.org/officeDocument/2006/relationships/notesSlide" Target="/ppt/notesSlides/notesSlide7.xml" Id="R6c2ab6208f9b4da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69261720bb543b2" /><Relationship Type="http://schemas.openxmlformats.org/officeDocument/2006/relationships/image" Target="/ppt/media/image5.png" Id="R6c1edd0289954cab" /><Relationship Type="http://schemas.openxmlformats.org/officeDocument/2006/relationships/notesSlide" Target="/ppt/notesSlides/notesSlide8.xml" Id="Rb855a6e5cab145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c7bf5d6f4464bd7" /><Relationship Type="http://schemas.openxmlformats.org/officeDocument/2006/relationships/image" Target="/ppt/media/image6.png" Id="Ree40736c30534346" /><Relationship Type="http://schemas.openxmlformats.org/officeDocument/2006/relationships/notesSlide" Target="/ppt/notesSlides/notesSlide9.xml" Id="Rbfb1c645b0ec4c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7bd5986e6cf42ac" /><Relationship Type="http://schemas.openxmlformats.org/officeDocument/2006/relationships/image" Target="/ppt/media/image7.png" Id="Ra252454bfcda472b" /><Relationship Type="http://schemas.openxmlformats.org/officeDocument/2006/relationships/notesSlide" Target="/ppt/notesSlides/notesSlide10.xml" Id="R78a10e84844f4b6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dba0b37b45b4e05" /><Relationship Type="http://schemas.openxmlformats.org/officeDocument/2006/relationships/notesSlide" Target="/ppt/notesSlides/notesSlide11.xml" Id="R524211cea68f488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7f901b77afc47b4" /><Relationship Type="http://schemas.openxmlformats.org/officeDocument/2006/relationships/notesSlide" Target="/ppt/notesSlides/notesSlide12.xml" Id="R97bf481ca57a47b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76aff8eb126409a" /><Relationship Type="http://schemas.openxmlformats.org/officeDocument/2006/relationships/notesSlide" Target="/ppt/notesSlides/notesSlide13.xml" Id="R200b0ff638e94df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f3c8ba9a9a942e5" /><Relationship Type="http://schemas.openxmlformats.org/officeDocument/2006/relationships/notesSlide" Target="/ppt/notesSlides/notesSlide14.xml" Id="Rb8eda1d3737d47f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bee2f89ecf54b9d" /><Relationship Type="http://schemas.openxmlformats.org/officeDocument/2006/relationships/notesSlide" Target="/ppt/notesSlides/notesSlide15.xml" Id="Rf2f3370746a44df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59b774894494812" /><Relationship Type="http://schemas.openxmlformats.org/officeDocument/2006/relationships/notesSlide" Target="/ppt/notesSlides/notesSlide16.xml" Id="Rbe2f3d3cb7d7432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62c100c54a549d8" /><Relationship Type="http://schemas.openxmlformats.org/officeDocument/2006/relationships/notesSlide" Target="/ppt/notesSlides/notesSlide17.xml" Id="R60475147dacf490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F7E242D-0CF6-4AB4-8631-4D091C5FF85C}"/>
              </a:ext>
            </a:extLst>
          </p:cNvPr>
          <p:cNvPicPr>
            <a:picLocks xmlns:a="http://schemas.openxmlformats.org/drawingml/2006/main" noChangeAspect="1"/>
          </p:cNvPicPr>
          <p:nvPr/>
        </p:nvPicPr>
        <p:blipFill>
          <a:blip xmlns:r="http://schemas.openxmlformats.org/officeDocument/2006/relationships" xmlns:a="http://schemas.openxmlformats.org/drawingml/2006/main" r:embed="R13d4215128c44615"/>
          <a:stretch xmlns:a="http://schemas.openxmlformats.org/drawingml/2006/main"/>
        </p:blipFill>
        <p:spPr>
          <a:xfrm xmlns:a="http://schemas.openxmlformats.org/drawingml/2006/main">
            <a:off x="609600" y="410452"/>
            <a:ext cx="3333750" cy="66499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BCEAC60-FFCB-49EA-B69D-02C75694175A}"/>
              </a:ext>
            </a:extLst>
          </p:cNvPr>
          <p:cNvSpPr>
            <a:spLocks xmlns:a="http://schemas.openxmlformats.org/drawingml/2006/main" noGrp="1"/>
          </p:cNvSpPr>
          <p:nvPr/>
        </p:nvSpPr>
        <p:spPr>
          <a:xfrm xmlns:a="http://schemas.openxmlformats.org/drawingml/2006/main">
            <a:off x="0" y="1476375"/>
            <a:ext cx="12192000" cy="5381625"/>
          </a:xfrm>
          <a:prstGeom xmlns:a="http://schemas.openxmlformats.org/drawingml/2006/main" prst="rect">
            <a:avLst/>
          </a:prstGeom>
          <a:solidFill xmlns:a="http://schemas.openxmlformats.org/drawingml/2006/main">
            <a:srgbClr val="14324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FAA0034-3282-4DE0-AA02-D396D2FFC622}"/>
              </a:ext>
            </a:extLst>
          </p:cNvPr>
          <p:cNvSpPr>
            <a:spLocks xmlns:a="http://schemas.openxmlformats.org/drawingml/2006/main" noGrp="1"/>
          </p:cNvSpPr>
          <p:nvPr/>
        </p:nvSpPr>
        <p:spPr>
          <a:xfrm xmlns:a="http://schemas.openxmlformats.org/drawingml/2006/main">
            <a:off x="685800" y="2038350"/>
            <a:ext cx="781050" cy="28575"/>
          </a:xfrm>
          <a:prstGeom xmlns:a="http://schemas.openxmlformats.org/drawingml/2006/main" prst="rect">
            <a:avLst/>
          </a:prstGeom>
          <a:solidFill xmlns:a="http://schemas.openxmlformats.org/drawingml/2006/main">
            <a:srgbClr val="D3662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3041798-C0E9-4E28-B7E9-B3C5F2599399}"/>
              </a:ext>
            </a:extLst>
          </p:cNvPr>
          <p:cNvSpPr>
            <a:spLocks xmlns:a="http://schemas.openxmlformats.org/drawingml/2006/main" noGrp="1"/>
          </p:cNvSpPr>
          <p:nvPr/>
        </p:nvSpPr>
        <p:spPr>
          <a:xfrm xmlns:a="http://schemas.openxmlformats.org/drawingml/2006/main">
            <a:off x="685800" y="245745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600" b="1">
                <a:solidFill>
                  <a:srgbClr val="FFFFFF"/>
                </a:solidFill>
                <a:latin typeface="Arial"/>
                <a:ea typeface="Arial"/>
                <a:cs typeface="Arial"/>
              </a:defRPr>
            </a:defPPr>
            <a:lvl1pPr>
              <a:defRPr sz="6600" b="1">
                <a:solidFill>
                  <a:srgbClr val="FFFFFF"/>
                </a:solidFill>
                <a:latin typeface="Arial"/>
                <a:ea typeface="Arial"/>
                <a:cs typeface="Arial"/>
              </a:defRPr>
            </a:lvl1pPr>
            <a:lvl2pPr>
              <a:defRPr sz="6600" b="1">
                <a:solidFill>
                  <a:srgbClr val="FFFFFF"/>
                </a:solidFill>
                <a:latin typeface="Arial"/>
                <a:ea typeface="Arial"/>
                <a:cs typeface="Arial"/>
              </a:defRPr>
            </a:lvl2pPr>
            <a:lvl3pPr>
              <a:defRPr sz="6600" b="1">
                <a:solidFill>
                  <a:srgbClr val="FFFFFF"/>
                </a:solidFill>
                <a:latin typeface="Arial"/>
                <a:ea typeface="Arial"/>
                <a:cs typeface="Arial"/>
              </a:defRPr>
            </a:lvl3pPr>
            <a:lvl4pPr>
              <a:defRPr sz="6600" b="1">
                <a:solidFill>
                  <a:srgbClr val="FFFFFF"/>
                </a:solidFill>
                <a:latin typeface="Arial"/>
                <a:ea typeface="Arial"/>
                <a:cs typeface="Arial"/>
              </a:defRPr>
            </a:lvl4pPr>
            <a:lvl5pPr>
              <a:defRPr sz="6600" b="1">
                <a:solidFill>
                  <a:srgbClr val="FFFFFF"/>
                </a:solidFill>
                <a:latin typeface="Arial"/>
                <a:ea typeface="Arial"/>
                <a:cs typeface="Arial"/>
              </a:defRPr>
            </a:lvl5pPr>
            <a:lvl6pPr>
              <a:defRPr sz="6600" b="1">
                <a:solidFill>
                  <a:srgbClr val="FFFFFF"/>
                </a:solidFill>
                <a:latin typeface="Arial"/>
                <a:ea typeface="Arial"/>
                <a:cs typeface="Arial"/>
              </a:defRPr>
            </a:lvl6pPr>
            <a:lvl7pPr>
              <a:defRPr sz="6600" b="1">
                <a:solidFill>
                  <a:srgbClr val="FFFFFF"/>
                </a:solidFill>
                <a:latin typeface="Arial"/>
                <a:ea typeface="Arial"/>
                <a:cs typeface="Arial"/>
              </a:defRPr>
            </a:lvl7pPr>
            <a:lvl8pPr>
              <a:defRPr sz="6600" b="1">
                <a:solidFill>
                  <a:srgbClr val="FFFFFF"/>
                </a:solidFill>
                <a:latin typeface="Arial"/>
                <a:ea typeface="Arial"/>
                <a:cs typeface="Arial"/>
              </a:defRPr>
            </a:lvl8pPr>
            <a:lvl9pPr>
              <a:defRPr sz="6600" b="1">
                <a:solidFill>
                  <a:srgbClr val="FFFFFF"/>
                </a:solidFill>
                <a:latin typeface="Arial"/>
                <a:ea typeface="Arial"/>
                <a:cs typeface="Arial"/>
              </a:defRPr>
            </a:lvl9pPr>
          </a:lstStyle>
          <a:p xmlns:a="http://schemas.openxmlformats.org/drawingml/2006/main">
            <a:pPr>
              <a:defRPr sz="6600" b="1">
                <a:solidFill>
                  <a:srgbClr val="FFFFFF"/>
                </a:solidFill>
                <a:latin typeface="Arial"/>
                <a:ea typeface="Arial"/>
                <a:cs typeface="Arial"/>
              </a:defRPr>
            </a:pPr>
            <a:r>
              <a:rPr sz="6600" b="1">
                <a:solidFill>
                  <a:srgbClr val="FFFFFF"/>
                </a:solidFill>
                <a:latin typeface="Arial"/>
                <a:ea typeface="Arial"/>
                <a:cs typeface="Arial"/>
              </a:rPr>
              <a:t>AceOS</a:t>
            </a:r>
          </a:p>
        </p:txBody>
      </p:sp>
      <p:sp>
        <p:nvSpPr>
          <p:cNvPr id="5" name="">
            <a:extLst xmlns:a="http://schemas.openxmlformats.org/drawingml/2006/main">
              <a:ext uri="{FF2B5EF4-FFF2-40B4-BE49-F238E27FC236}">
                <a16:creationId xmlns:a16="http://schemas.microsoft.com/office/drawing/2014/main" id="{97C8B8F3-F4C7-4F00-9CB9-3EC40A076BC0}"/>
              </a:ext>
            </a:extLst>
          </p:cNvPr>
          <p:cNvSpPr>
            <a:spLocks xmlns:a="http://schemas.openxmlformats.org/drawingml/2006/main" noGrp="1"/>
          </p:cNvSpPr>
          <p:nvPr/>
        </p:nvSpPr>
        <p:spPr>
          <a:xfrm xmlns:a="http://schemas.openxmlformats.org/drawingml/2006/main">
            <a:off x="723900" y="37147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0">
                <a:solidFill>
                  <a:srgbClr val="D2E6ED"/>
                </a:solidFill>
                <a:latin typeface="Arial"/>
                <a:ea typeface="Arial"/>
                <a:cs typeface="Arial"/>
              </a:defRPr>
            </a:defPPr>
            <a:lvl1pPr>
              <a:defRPr sz="2775" b="0">
                <a:solidFill>
                  <a:srgbClr val="D2E6ED"/>
                </a:solidFill>
                <a:latin typeface="Arial"/>
                <a:ea typeface="Arial"/>
                <a:cs typeface="Arial"/>
              </a:defRPr>
            </a:lvl1pPr>
            <a:lvl2pPr>
              <a:defRPr sz="2775" b="0">
                <a:solidFill>
                  <a:srgbClr val="D2E6ED"/>
                </a:solidFill>
                <a:latin typeface="Arial"/>
                <a:ea typeface="Arial"/>
                <a:cs typeface="Arial"/>
              </a:defRPr>
            </a:lvl2pPr>
            <a:lvl3pPr>
              <a:defRPr sz="2775" b="0">
                <a:solidFill>
                  <a:srgbClr val="D2E6ED"/>
                </a:solidFill>
                <a:latin typeface="Arial"/>
                <a:ea typeface="Arial"/>
                <a:cs typeface="Arial"/>
              </a:defRPr>
            </a:lvl3pPr>
            <a:lvl4pPr>
              <a:defRPr sz="2775" b="0">
                <a:solidFill>
                  <a:srgbClr val="D2E6ED"/>
                </a:solidFill>
                <a:latin typeface="Arial"/>
                <a:ea typeface="Arial"/>
                <a:cs typeface="Arial"/>
              </a:defRPr>
            </a:lvl4pPr>
            <a:lvl5pPr>
              <a:defRPr sz="2775" b="0">
                <a:solidFill>
                  <a:srgbClr val="D2E6ED"/>
                </a:solidFill>
                <a:latin typeface="Arial"/>
                <a:ea typeface="Arial"/>
                <a:cs typeface="Arial"/>
              </a:defRPr>
            </a:lvl5pPr>
            <a:lvl6pPr>
              <a:defRPr sz="2775" b="0">
                <a:solidFill>
                  <a:srgbClr val="D2E6ED"/>
                </a:solidFill>
                <a:latin typeface="Arial"/>
                <a:ea typeface="Arial"/>
                <a:cs typeface="Arial"/>
              </a:defRPr>
            </a:lvl6pPr>
            <a:lvl7pPr>
              <a:defRPr sz="2775" b="0">
                <a:solidFill>
                  <a:srgbClr val="D2E6ED"/>
                </a:solidFill>
                <a:latin typeface="Arial"/>
                <a:ea typeface="Arial"/>
                <a:cs typeface="Arial"/>
              </a:defRPr>
            </a:lvl7pPr>
            <a:lvl8pPr>
              <a:defRPr sz="2775" b="0">
                <a:solidFill>
                  <a:srgbClr val="D2E6ED"/>
                </a:solidFill>
                <a:latin typeface="Arial"/>
                <a:ea typeface="Arial"/>
                <a:cs typeface="Arial"/>
              </a:defRPr>
            </a:lvl8pPr>
            <a:lvl9pPr>
              <a:defRPr sz="2775" b="0">
                <a:solidFill>
                  <a:srgbClr val="D2E6ED"/>
                </a:solidFill>
                <a:latin typeface="Arial"/>
                <a:ea typeface="Arial"/>
                <a:cs typeface="Arial"/>
              </a:defRPr>
            </a:lvl9pPr>
          </a:lstStyle>
          <a:p xmlns:a="http://schemas.openxmlformats.org/drawingml/2006/main">
            <a:pPr>
              <a:defRPr sz="2775" b="0">
                <a:solidFill>
                  <a:srgbClr val="D2E6ED"/>
                </a:solidFill>
                <a:latin typeface="Arial"/>
                <a:ea typeface="Arial"/>
                <a:cs typeface="Arial"/>
              </a:defRPr>
            </a:pPr>
            <a:r>
              <a:rPr sz="2775" b="0">
                <a:solidFill>
                  <a:srgbClr val="D2E6ED"/>
                </a:solidFill>
                <a:latin typeface="Arial"/>
                <a:ea typeface="Arial"/>
                <a:cs typeface="Arial"/>
              </a:rPr>
              <a:t>Asset, Compliance &amp; Equipment</a:t>
            </a:r>
          </a:p>
          <a:p xmlns:a="http://schemas.openxmlformats.org/drawingml/2006/main">
            <a:pPr>
              <a:defRPr sz="2775" b="0">
                <a:solidFill>
                  <a:srgbClr val="D2E6ED"/>
                </a:solidFill>
                <a:latin typeface="Arial"/>
                <a:ea typeface="Arial"/>
                <a:cs typeface="Arial"/>
              </a:defRPr>
            </a:pPr>
            <a:r>
              <a:rPr sz="2775" b="0">
                <a:solidFill>
                  <a:srgbClr val="D2E6ED"/>
                </a:solidFill>
                <a:latin typeface="Arial"/>
                <a:ea typeface="Arial"/>
                <a:cs typeface="Arial"/>
              </a:rPr>
              <a:t>Operations System</a:t>
            </a:r>
          </a:p>
        </p:txBody>
      </p:sp>
      <p:sp>
        <p:nvSpPr>
          <p:cNvPr id="6" name="">
            <a:extLst xmlns:a="http://schemas.openxmlformats.org/drawingml/2006/main">
              <a:ext uri="{FF2B5EF4-FFF2-40B4-BE49-F238E27FC236}">
                <a16:creationId xmlns:a16="http://schemas.microsoft.com/office/drawing/2014/main" id="{84C59AD6-5B37-4219-843D-40F433F95E38}"/>
              </a:ext>
            </a:extLst>
          </p:cNvPr>
          <p:cNvSpPr>
            <a:spLocks xmlns:a="http://schemas.openxmlformats.org/drawingml/2006/main" noGrp="1"/>
          </p:cNvSpPr>
          <p:nvPr/>
        </p:nvSpPr>
        <p:spPr>
          <a:xfrm xmlns:a="http://schemas.openxmlformats.org/drawingml/2006/main">
            <a:off x="723900" y="50863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FFFFFF"/>
                </a:solidFill>
                <a:latin typeface="Arial"/>
                <a:ea typeface="Arial"/>
                <a:cs typeface="Arial"/>
              </a:defRPr>
            </a:defPPr>
            <a:lvl1pPr>
              <a:defRPr sz="1800" b="0">
                <a:solidFill>
                  <a:srgbClr val="FFFFFF"/>
                </a:solidFill>
                <a:latin typeface="Arial"/>
                <a:ea typeface="Arial"/>
                <a:cs typeface="Arial"/>
              </a:defRPr>
            </a:lvl1pPr>
            <a:lvl2pPr>
              <a:defRPr sz="1800" b="0">
                <a:solidFill>
                  <a:srgbClr val="FFFFFF"/>
                </a:solidFill>
                <a:latin typeface="Arial"/>
                <a:ea typeface="Arial"/>
                <a:cs typeface="Arial"/>
              </a:defRPr>
            </a:lvl2pPr>
            <a:lvl3pPr>
              <a:defRPr sz="1800" b="0">
                <a:solidFill>
                  <a:srgbClr val="FFFFFF"/>
                </a:solidFill>
                <a:latin typeface="Arial"/>
                <a:ea typeface="Arial"/>
                <a:cs typeface="Arial"/>
              </a:defRPr>
            </a:lvl3pPr>
            <a:lvl4pPr>
              <a:defRPr sz="1800" b="0">
                <a:solidFill>
                  <a:srgbClr val="FFFFFF"/>
                </a:solidFill>
                <a:latin typeface="Arial"/>
                <a:ea typeface="Arial"/>
                <a:cs typeface="Arial"/>
              </a:defRPr>
            </a:lvl4pPr>
            <a:lvl5pPr>
              <a:defRPr sz="1800" b="0">
                <a:solidFill>
                  <a:srgbClr val="FFFFFF"/>
                </a:solidFill>
                <a:latin typeface="Arial"/>
                <a:ea typeface="Arial"/>
                <a:cs typeface="Arial"/>
              </a:defRPr>
            </a:lvl5pPr>
            <a:lvl6pPr>
              <a:defRPr sz="1800" b="0">
                <a:solidFill>
                  <a:srgbClr val="FFFFFF"/>
                </a:solidFill>
                <a:latin typeface="Arial"/>
                <a:ea typeface="Arial"/>
                <a:cs typeface="Arial"/>
              </a:defRPr>
            </a:lvl6pPr>
            <a:lvl7pPr>
              <a:defRPr sz="1800" b="0">
                <a:solidFill>
                  <a:srgbClr val="FFFFFF"/>
                </a:solidFill>
                <a:latin typeface="Arial"/>
                <a:ea typeface="Arial"/>
                <a:cs typeface="Arial"/>
              </a:defRPr>
            </a:lvl7pPr>
            <a:lvl8pPr>
              <a:defRPr sz="1800" b="0">
                <a:solidFill>
                  <a:srgbClr val="FFFFFF"/>
                </a:solidFill>
                <a:latin typeface="Arial"/>
                <a:ea typeface="Arial"/>
                <a:cs typeface="Arial"/>
              </a:defRPr>
            </a:lvl8pPr>
            <a:lvl9pPr>
              <a:defRPr sz="1800" b="0">
                <a:solidFill>
                  <a:srgbClr val="FFFFFF"/>
                </a:solidFill>
                <a:latin typeface="Arial"/>
                <a:ea typeface="Arial"/>
                <a:cs typeface="Arial"/>
              </a:defRPr>
            </a:lvl9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Object Oriented Programming  |  Relational Database Management Systems</a:t>
            </a:r>
          </a:p>
        </p:txBody>
      </p:sp>
      <p:sp>
        <p:nvSpPr>
          <p:cNvPr id="7" name="">
            <a:extLst xmlns:a="http://schemas.openxmlformats.org/drawingml/2006/main">
              <a:ext uri="{FF2B5EF4-FFF2-40B4-BE49-F238E27FC236}">
                <a16:creationId xmlns:a16="http://schemas.microsoft.com/office/drawing/2014/main" id="{C461154C-5C70-4702-A712-5F5F983E89A7}"/>
              </a:ext>
            </a:extLst>
          </p:cNvPr>
          <p:cNvSpPr>
            <a:spLocks xmlns:a="http://schemas.openxmlformats.org/drawingml/2006/main" noGrp="1"/>
          </p:cNvSpPr>
          <p:nvPr/>
        </p:nvSpPr>
        <p:spPr>
          <a:xfrm xmlns:a="http://schemas.openxmlformats.org/drawingml/2006/main">
            <a:off x="723900" y="60674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D2E6ED"/>
                </a:solidFill>
                <a:latin typeface="Arial"/>
                <a:ea typeface="Arial"/>
                <a:cs typeface="Arial"/>
              </a:defRPr>
            </a:defPPr>
            <a:lvl1pPr>
              <a:defRPr sz="1875" b="0">
                <a:solidFill>
                  <a:srgbClr val="D2E6ED"/>
                </a:solidFill>
                <a:latin typeface="Arial"/>
                <a:ea typeface="Arial"/>
                <a:cs typeface="Arial"/>
              </a:defRPr>
            </a:lvl1pPr>
            <a:lvl2pPr>
              <a:defRPr sz="1875" b="0">
                <a:solidFill>
                  <a:srgbClr val="D2E6ED"/>
                </a:solidFill>
                <a:latin typeface="Arial"/>
                <a:ea typeface="Arial"/>
                <a:cs typeface="Arial"/>
              </a:defRPr>
            </a:lvl2pPr>
            <a:lvl3pPr>
              <a:defRPr sz="1875" b="0">
                <a:solidFill>
                  <a:srgbClr val="D2E6ED"/>
                </a:solidFill>
                <a:latin typeface="Arial"/>
                <a:ea typeface="Arial"/>
                <a:cs typeface="Arial"/>
              </a:defRPr>
            </a:lvl3pPr>
            <a:lvl4pPr>
              <a:defRPr sz="1875" b="0">
                <a:solidFill>
                  <a:srgbClr val="D2E6ED"/>
                </a:solidFill>
                <a:latin typeface="Arial"/>
                <a:ea typeface="Arial"/>
                <a:cs typeface="Arial"/>
              </a:defRPr>
            </a:lvl4pPr>
            <a:lvl5pPr>
              <a:defRPr sz="1875" b="0">
                <a:solidFill>
                  <a:srgbClr val="D2E6ED"/>
                </a:solidFill>
                <a:latin typeface="Arial"/>
                <a:ea typeface="Arial"/>
                <a:cs typeface="Arial"/>
              </a:defRPr>
            </a:lvl5pPr>
            <a:lvl6pPr>
              <a:defRPr sz="1875" b="0">
                <a:solidFill>
                  <a:srgbClr val="D2E6ED"/>
                </a:solidFill>
                <a:latin typeface="Arial"/>
                <a:ea typeface="Arial"/>
                <a:cs typeface="Arial"/>
              </a:defRPr>
            </a:lvl6pPr>
            <a:lvl7pPr>
              <a:defRPr sz="1875" b="0">
                <a:solidFill>
                  <a:srgbClr val="D2E6ED"/>
                </a:solidFill>
                <a:latin typeface="Arial"/>
                <a:ea typeface="Arial"/>
                <a:cs typeface="Arial"/>
              </a:defRPr>
            </a:lvl7pPr>
            <a:lvl8pPr>
              <a:defRPr sz="1875" b="0">
                <a:solidFill>
                  <a:srgbClr val="D2E6ED"/>
                </a:solidFill>
                <a:latin typeface="Arial"/>
                <a:ea typeface="Arial"/>
                <a:cs typeface="Arial"/>
              </a:defRPr>
            </a:lvl8pPr>
            <a:lvl9pPr>
              <a:defRPr sz="1875" b="0">
                <a:solidFill>
                  <a:srgbClr val="D2E6ED"/>
                </a:solidFill>
                <a:latin typeface="Arial"/>
                <a:ea typeface="Arial"/>
                <a:cs typeface="Arial"/>
              </a:defRPr>
            </a:lvl9pPr>
          </a:lstStyle>
          <a:p xmlns:a="http://schemas.openxmlformats.org/drawingml/2006/main">
            <a:pPr>
              <a:defRPr sz="1875" b="0">
                <a:solidFill>
                  <a:srgbClr val="D2E6ED"/>
                </a:solidFill>
                <a:latin typeface="Arial"/>
                <a:ea typeface="Arial"/>
                <a:cs typeface="Arial"/>
              </a:defRPr>
            </a:pPr>
            <a:r>
              <a:rPr sz="1875" b="0">
                <a:solidFill>
                  <a:srgbClr val="D2E6ED"/>
                </a:solidFill>
                <a:latin typeface="Arial"/>
                <a:ea typeface="Arial"/>
                <a:cs typeface="Arial"/>
              </a:rPr>
              <a:t>Smit Hitnalli  •  2502051938  •  Section N3</a:t>
            </a:r>
          </a:p>
        </p:txBody>
      </p:sp>
    </p:spTree>
    <p:extLst>
      <p:ext uri="{BB962C8B-B14F-4D97-AF65-F5344CB8AC3E}">
        <p14:creationId xmlns:p14="http://schemas.microsoft.com/office/powerpoint/2010/main" val="9493431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0EBC12C-E6EC-4706-B28B-55168231E558}"/>
              </a:ext>
            </a:extLst>
          </p:cNvPr>
          <p:cNvSpPr>
            <a:spLocks xmlns:a="http://schemas.openxmlformats.org/drawingml/2006/main" noGrp="1"/>
          </p:cNvSpPr>
          <p:nvPr/>
        </p:nvSpPr>
        <p:spPr>
          <a:xfrm xmlns:a="http://schemas.openxmlformats.org/drawingml/2006/main">
            <a:off x="609600" y="457200"/>
            <a:ext cx="523875"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6C599D-5552-44D5-9D67-73C88DD194CF}"/>
              </a:ext>
            </a:extLst>
          </p:cNvPr>
          <p:cNvSpPr>
            <a:spLocks xmlns:a="http://schemas.openxmlformats.org/drawingml/2006/main" noGrp="1"/>
          </p:cNvSpPr>
          <p:nvPr/>
        </p:nvSpPr>
        <p:spPr>
          <a:xfrm xmlns:a="http://schemas.openxmlformats.org/drawingml/2006/main">
            <a:off x="609600" y="7905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43247"/>
                </a:solidFill>
                <a:latin typeface="Arial"/>
                <a:ea typeface="Arial"/>
                <a:cs typeface="Arial"/>
              </a:defRPr>
            </a:defPPr>
            <a:lvl1pPr>
              <a:defRPr sz="3225" b="1">
                <a:solidFill>
                  <a:srgbClr val="143247"/>
                </a:solidFill>
                <a:latin typeface="Arial"/>
                <a:ea typeface="Arial"/>
                <a:cs typeface="Arial"/>
              </a:defRPr>
            </a:lvl1pPr>
            <a:lvl2pPr>
              <a:defRPr sz="3225" b="1">
                <a:solidFill>
                  <a:srgbClr val="143247"/>
                </a:solidFill>
                <a:latin typeface="Arial"/>
                <a:ea typeface="Arial"/>
                <a:cs typeface="Arial"/>
              </a:defRPr>
            </a:lvl2pPr>
            <a:lvl3pPr>
              <a:defRPr sz="3225" b="1">
                <a:solidFill>
                  <a:srgbClr val="143247"/>
                </a:solidFill>
                <a:latin typeface="Arial"/>
                <a:ea typeface="Arial"/>
                <a:cs typeface="Arial"/>
              </a:defRPr>
            </a:lvl3pPr>
            <a:lvl4pPr>
              <a:defRPr sz="3225" b="1">
                <a:solidFill>
                  <a:srgbClr val="143247"/>
                </a:solidFill>
                <a:latin typeface="Arial"/>
                <a:ea typeface="Arial"/>
                <a:cs typeface="Arial"/>
              </a:defRPr>
            </a:lvl4pPr>
            <a:lvl5pPr>
              <a:defRPr sz="3225" b="1">
                <a:solidFill>
                  <a:srgbClr val="143247"/>
                </a:solidFill>
                <a:latin typeface="Arial"/>
                <a:ea typeface="Arial"/>
                <a:cs typeface="Arial"/>
              </a:defRPr>
            </a:lvl5pPr>
            <a:lvl6pPr>
              <a:defRPr sz="3225" b="1">
                <a:solidFill>
                  <a:srgbClr val="143247"/>
                </a:solidFill>
                <a:latin typeface="Arial"/>
                <a:ea typeface="Arial"/>
                <a:cs typeface="Arial"/>
              </a:defRPr>
            </a:lvl6pPr>
            <a:lvl7pPr>
              <a:defRPr sz="3225" b="1">
                <a:solidFill>
                  <a:srgbClr val="143247"/>
                </a:solidFill>
                <a:latin typeface="Arial"/>
                <a:ea typeface="Arial"/>
                <a:cs typeface="Arial"/>
              </a:defRPr>
            </a:lvl7pPr>
            <a:lvl8pPr>
              <a:defRPr sz="3225" b="1">
                <a:solidFill>
                  <a:srgbClr val="143247"/>
                </a:solidFill>
                <a:latin typeface="Arial"/>
                <a:ea typeface="Arial"/>
                <a:cs typeface="Arial"/>
              </a:defRPr>
            </a:lvl8pPr>
            <a:lvl9pPr>
              <a:defRPr sz="3225" b="1">
                <a:solidFill>
                  <a:srgbClr val="143247"/>
                </a:solidFill>
                <a:latin typeface="Arial"/>
                <a:ea typeface="Arial"/>
                <a:cs typeface="Arial"/>
              </a:defRPr>
            </a:lvl9pPr>
          </a:lstStyle>
          <a:p xmlns:a="http://schemas.openxmlformats.org/drawingml/2006/main">
            <a:pPr>
              <a:defRPr sz="3225" b="1">
                <a:solidFill>
                  <a:srgbClr val="143247"/>
                </a:solidFill>
                <a:latin typeface="Arial"/>
                <a:ea typeface="Arial"/>
                <a:cs typeface="Arial"/>
              </a:defRPr>
            </a:pPr>
            <a:r>
              <a:rPr sz="3225" b="1">
                <a:solidFill>
                  <a:srgbClr val="143247"/>
                </a:solidFill>
                <a:latin typeface="Arial"/>
                <a:ea typeface="Arial"/>
                <a:cs typeface="Arial"/>
              </a:rPr>
              <a:t>When classroom equipment fails</a:t>
            </a:r>
          </a:p>
        </p:txBody>
      </p:sp>
      <p:sp>
        <p:nvSpPr>
          <p:cNvPr id="3" name="">
            <a:extLst xmlns:a="http://schemas.openxmlformats.org/drawingml/2006/main">
              <a:ext uri="{FF2B5EF4-FFF2-40B4-BE49-F238E27FC236}">
                <a16:creationId xmlns:a16="http://schemas.microsoft.com/office/drawing/2014/main" id="{70E1ACC6-DC97-4971-A67B-0F0EFAC1E99B}"/>
              </a:ext>
            </a:extLst>
          </p:cNvPr>
          <p:cNvSpPr>
            <a:spLocks xmlns:a="http://schemas.openxmlformats.org/drawingml/2006/main" noGrp="1"/>
          </p:cNvSpPr>
          <p:nvPr/>
        </p:nvSpPr>
        <p:spPr>
          <a:xfrm xmlns:a="http://schemas.openxmlformats.org/drawingml/2006/main">
            <a:off x="11115675" y="6372225"/>
            <a:ext cx="4667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978"/>
                </a:solidFill>
                <a:latin typeface="Arial"/>
                <a:ea typeface="Arial"/>
                <a:cs typeface="Arial"/>
              </a:defRPr>
            </a:defPPr>
            <a:lvl1pPr>
              <a:defRPr sz="1200" b="0">
                <a:solidFill>
                  <a:srgbClr val="526978"/>
                </a:solidFill>
                <a:latin typeface="Arial"/>
                <a:ea typeface="Arial"/>
                <a:cs typeface="Arial"/>
              </a:defRPr>
            </a:lvl1pPr>
            <a:lvl2pPr>
              <a:defRPr sz="1200" b="0">
                <a:solidFill>
                  <a:srgbClr val="526978"/>
                </a:solidFill>
                <a:latin typeface="Arial"/>
                <a:ea typeface="Arial"/>
                <a:cs typeface="Arial"/>
              </a:defRPr>
            </a:lvl2pPr>
            <a:lvl3pPr>
              <a:defRPr sz="1200" b="0">
                <a:solidFill>
                  <a:srgbClr val="526978"/>
                </a:solidFill>
                <a:latin typeface="Arial"/>
                <a:ea typeface="Arial"/>
                <a:cs typeface="Arial"/>
              </a:defRPr>
            </a:lvl3pPr>
            <a:lvl4pPr>
              <a:defRPr sz="1200" b="0">
                <a:solidFill>
                  <a:srgbClr val="526978"/>
                </a:solidFill>
                <a:latin typeface="Arial"/>
                <a:ea typeface="Arial"/>
                <a:cs typeface="Arial"/>
              </a:defRPr>
            </a:lvl4pPr>
            <a:lvl5pPr>
              <a:defRPr sz="1200" b="0">
                <a:solidFill>
                  <a:srgbClr val="526978"/>
                </a:solidFill>
                <a:latin typeface="Arial"/>
                <a:ea typeface="Arial"/>
                <a:cs typeface="Arial"/>
              </a:defRPr>
            </a:lvl5pPr>
            <a:lvl6pPr>
              <a:defRPr sz="1200" b="0">
                <a:solidFill>
                  <a:srgbClr val="526978"/>
                </a:solidFill>
                <a:latin typeface="Arial"/>
                <a:ea typeface="Arial"/>
                <a:cs typeface="Arial"/>
              </a:defRPr>
            </a:lvl6pPr>
            <a:lvl7pPr>
              <a:defRPr sz="1200" b="0">
                <a:solidFill>
                  <a:srgbClr val="526978"/>
                </a:solidFill>
                <a:latin typeface="Arial"/>
                <a:ea typeface="Arial"/>
                <a:cs typeface="Arial"/>
              </a:defRPr>
            </a:lvl7pPr>
            <a:lvl8pPr>
              <a:defRPr sz="1200" b="0">
                <a:solidFill>
                  <a:srgbClr val="526978"/>
                </a:solidFill>
                <a:latin typeface="Arial"/>
                <a:ea typeface="Arial"/>
                <a:cs typeface="Arial"/>
              </a:defRPr>
            </a:lvl8pPr>
            <a:lvl9pPr>
              <a:defRPr sz="1200" b="0">
                <a:solidFill>
                  <a:srgbClr val="526978"/>
                </a:solidFill>
                <a:latin typeface="Arial"/>
                <a:ea typeface="Arial"/>
                <a:cs typeface="Arial"/>
              </a:defRPr>
            </a:lvl9pPr>
          </a:lstStyle>
          <a:p xmlns:a="http://schemas.openxmlformats.org/drawingml/2006/main">
            <a:pPr>
              <a:defRPr sz="1200" b="0">
                <a:solidFill>
                  <a:srgbClr val="526978"/>
                </a:solidFill>
                <a:latin typeface="Arial"/>
                <a:ea typeface="Arial"/>
                <a:cs typeface="Arial"/>
              </a:defRPr>
            </a:pPr>
            <a:r>
              <a:rPr sz="1200" b="0">
                <a:solidFill>
                  <a:srgbClr val="526978"/>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3CB11991-ABDA-40E9-AA35-CA63DDCA86C9}"/>
              </a:ext>
            </a:extLst>
          </p:cNvPr>
          <p:cNvSpPr>
            <a:spLocks xmlns:a="http://schemas.openxmlformats.org/drawingml/2006/main" noGrp="1"/>
          </p:cNvSpPr>
          <p:nvPr/>
        </p:nvSpPr>
        <p:spPr>
          <a:xfrm xmlns:a="http://schemas.openxmlformats.org/drawingml/2006/main">
            <a:off x="609600" y="2105025"/>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43247"/>
                </a:solidFill>
                <a:latin typeface="Arial"/>
                <a:ea typeface="Arial"/>
                <a:cs typeface="Arial"/>
              </a:defRPr>
            </a:defPPr>
            <a:lvl1pPr>
              <a:defRPr sz="3450" b="1">
                <a:solidFill>
                  <a:srgbClr val="143247"/>
                </a:solidFill>
                <a:latin typeface="Arial"/>
                <a:ea typeface="Arial"/>
                <a:cs typeface="Arial"/>
              </a:defRPr>
            </a:lvl1pPr>
            <a:lvl2pPr>
              <a:defRPr sz="3450" b="1">
                <a:solidFill>
                  <a:srgbClr val="143247"/>
                </a:solidFill>
                <a:latin typeface="Arial"/>
                <a:ea typeface="Arial"/>
                <a:cs typeface="Arial"/>
              </a:defRPr>
            </a:lvl2pPr>
            <a:lvl3pPr>
              <a:defRPr sz="3450" b="1">
                <a:solidFill>
                  <a:srgbClr val="143247"/>
                </a:solidFill>
                <a:latin typeface="Arial"/>
                <a:ea typeface="Arial"/>
                <a:cs typeface="Arial"/>
              </a:defRPr>
            </a:lvl3pPr>
            <a:lvl4pPr>
              <a:defRPr sz="3450" b="1">
                <a:solidFill>
                  <a:srgbClr val="143247"/>
                </a:solidFill>
                <a:latin typeface="Arial"/>
                <a:ea typeface="Arial"/>
                <a:cs typeface="Arial"/>
              </a:defRPr>
            </a:lvl4pPr>
            <a:lvl5pPr>
              <a:defRPr sz="3450" b="1">
                <a:solidFill>
                  <a:srgbClr val="143247"/>
                </a:solidFill>
                <a:latin typeface="Arial"/>
                <a:ea typeface="Arial"/>
                <a:cs typeface="Arial"/>
              </a:defRPr>
            </a:lvl5pPr>
            <a:lvl6pPr>
              <a:defRPr sz="3450" b="1">
                <a:solidFill>
                  <a:srgbClr val="143247"/>
                </a:solidFill>
                <a:latin typeface="Arial"/>
                <a:ea typeface="Arial"/>
                <a:cs typeface="Arial"/>
              </a:defRPr>
            </a:lvl6pPr>
            <a:lvl7pPr>
              <a:defRPr sz="3450" b="1">
                <a:solidFill>
                  <a:srgbClr val="143247"/>
                </a:solidFill>
                <a:latin typeface="Arial"/>
                <a:ea typeface="Arial"/>
                <a:cs typeface="Arial"/>
              </a:defRPr>
            </a:lvl7pPr>
            <a:lvl8pPr>
              <a:defRPr sz="3450" b="1">
                <a:solidFill>
                  <a:srgbClr val="143247"/>
                </a:solidFill>
                <a:latin typeface="Arial"/>
                <a:ea typeface="Arial"/>
                <a:cs typeface="Arial"/>
              </a:defRPr>
            </a:lvl8pPr>
            <a:lvl9pPr>
              <a:defRPr sz="3450" b="1">
                <a:solidFill>
                  <a:srgbClr val="143247"/>
                </a:solidFill>
                <a:latin typeface="Arial"/>
                <a:ea typeface="Arial"/>
                <a:cs typeface="Arial"/>
              </a:defRPr>
            </a:lvl9pPr>
          </a:lstStyle>
          <a:p xmlns:a="http://schemas.openxmlformats.org/drawingml/2006/main">
            <a:pPr>
              <a:defRPr sz="3450" b="1">
                <a:solidFill>
                  <a:srgbClr val="143247"/>
                </a:solidFill>
                <a:latin typeface="Arial"/>
                <a:ea typeface="Arial"/>
                <a:cs typeface="Arial"/>
              </a:defRPr>
            </a:pPr>
            <a:r>
              <a:rPr sz="3450" b="1">
                <a:solidFill>
                  <a:srgbClr val="143247"/>
                </a:solidFill>
                <a:latin typeface="Arial"/>
                <a:ea typeface="Arial"/>
                <a:cs typeface="Arial"/>
              </a:rPr>
              <a:t>An AC stops cooling.</a:t>
            </a:r>
          </a:p>
          <a:p xmlns:a="http://schemas.openxmlformats.org/drawingml/2006/main">
            <a:pPr>
              <a:defRPr sz="3450" b="1">
                <a:solidFill>
                  <a:srgbClr val="143247"/>
                </a:solidFill>
                <a:latin typeface="Arial"/>
                <a:ea typeface="Arial"/>
                <a:cs typeface="Arial"/>
              </a:defRPr>
            </a:pPr>
            <a:r>
              <a:rPr sz="3450" b="1">
                <a:solidFill>
                  <a:srgbClr val="143247"/>
                </a:solidFill>
                <a:latin typeface="Arial"/>
                <a:ea typeface="Arial"/>
                <a:cs typeface="Arial"/>
              </a:rPr>
              <a:t>What happens next?</a:t>
            </a:r>
          </a:p>
        </p:txBody>
      </p:sp>
      <p:sp>
        <p:nvSpPr>
          <p:cNvPr id="5" name="">
            <a:extLst xmlns:a="http://schemas.openxmlformats.org/drawingml/2006/main">
              <a:ext uri="{FF2B5EF4-FFF2-40B4-BE49-F238E27FC236}">
                <a16:creationId xmlns:a16="http://schemas.microsoft.com/office/drawing/2014/main" id="{BD0D1162-E2E3-4593-A809-294EE8298944}"/>
              </a:ext>
            </a:extLst>
          </p:cNvPr>
          <p:cNvSpPr>
            <a:spLocks xmlns:a="http://schemas.openxmlformats.org/drawingml/2006/main" noGrp="1"/>
          </p:cNvSpPr>
          <p:nvPr/>
        </p:nvSpPr>
        <p:spPr>
          <a:xfrm xmlns:a="http://schemas.openxmlformats.org/drawingml/2006/main">
            <a:off x="609600" y="399097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26978"/>
                </a:solidFill>
                <a:latin typeface="Arial"/>
                <a:ea typeface="Arial"/>
                <a:cs typeface="Arial"/>
              </a:defRPr>
            </a:defPPr>
            <a:lvl1pPr>
              <a:defRPr sz="2100" b="0">
                <a:solidFill>
                  <a:srgbClr val="526978"/>
                </a:solidFill>
                <a:latin typeface="Arial"/>
                <a:ea typeface="Arial"/>
                <a:cs typeface="Arial"/>
              </a:defRPr>
            </a:lvl1pPr>
            <a:lvl2pPr>
              <a:defRPr sz="2100" b="0">
                <a:solidFill>
                  <a:srgbClr val="526978"/>
                </a:solidFill>
                <a:latin typeface="Arial"/>
                <a:ea typeface="Arial"/>
                <a:cs typeface="Arial"/>
              </a:defRPr>
            </a:lvl2pPr>
            <a:lvl3pPr>
              <a:defRPr sz="2100" b="0">
                <a:solidFill>
                  <a:srgbClr val="526978"/>
                </a:solidFill>
                <a:latin typeface="Arial"/>
                <a:ea typeface="Arial"/>
                <a:cs typeface="Arial"/>
              </a:defRPr>
            </a:lvl3pPr>
            <a:lvl4pPr>
              <a:defRPr sz="2100" b="0">
                <a:solidFill>
                  <a:srgbClr val="526978"/>
                </a:solidFill>
                <a:latin typeface="Arial"/>
                <a:ea typeface="Arial"/>
                <a:cs typeface="Arial"/>
              </a:defRPr>
            </a:lvl4pPr>
            <a:lvl5pPr>
              <a:defRPr sz="2100" b="0">
                <a:solidFill>
                  <a:srgbClr val="526978"/>
                </a:solidFill>
                <a:latin typeface="Arial"/>
                <a:ea typeface="Arial"/>
                <a:cs typeface="Arial"/>
              </a:defRPr>
            </a:lvl5pPr>
            <a:lvl6pPr>
              <a:defRPr sz="2100" b="0">
                <a:solidFill>
                  <a:srgbClr val="526978"/>
                </a:solidFill>
                <a:latin typeface="Arial"/>
                <a:ea typeface="Arial"/>
                <a:cs typeface="Arial"/>
              </a:defRPr>
            </a:lvl6pPr>
            <a:lvl7pPr>
              <a:defRPr sz="2100" b="0">
                <a:solidFill>
                  <a:srgbClr val="526978"/>
                </a:solidFill>
                <a:latin typeface="Arial"/>
                <a:ea typeface="Arial"/>
                <a:cs typeface="Arial"/>
              </a:defRPr>
            </a:lvl7pPr>
            <a:lvl8pPr>
              <a:defRPr sz="2100" b="0">
                <a:solidFill>
                  <a:srgbClr val="526978"/>
                </a:solidFill>
                <a:latin typeface="Arial"/>
                <a:ea typeface="Arial"/>
                <a:cs typeface="Arial"/>
              </a:defRPr>
            </a:lvl8pPr>
            <a:lvl9pPr>
              <a:defRPr sz="2100" b="0">
                <a:solidFill>
                  <a:srgbClr val="526978"/>
                </a:solidFill>
                <a:latin typeface="Arial"/>
                <a:ea typeface="Arial"/>
                <a:cs typeface="Arial"/>
              </a:defRPr>
            </a:lvl9pPr>
          </a:lstStyle>
          <a:p xmlns:a="http://schemas.openxmlformats.org/drawingml/2006/main">
            <a:pPr>
              <a:defRPr sz="2100" b="0">
                <a:solidFill>
                  <a:srgbClr val="526978"/>
                </a:solidFill>
                <a:latin typeface="Arial"/>
                <a:ea typeface="Arial"/>
                <a:cs typeface="Arial"/>
              </a:defRPr>
            </a:pPr>
            <a:r>
              <a:rPr sz="2100" b="0">
                <a:solidFill>
                  <a:srgbClr val="526978"/>
                </a:solidFill>
                <a:latin typeface="Arial"/>
                <a:ea typeface="Arial"/>
                <a:cs typeface="Arial"/>
              </a:rPr>
              <a:t>The fault, assignment and final acceptance</a:t>
            </a:r>
          </a:p>
          <a:p xmlns:a="http://schemas.openxmlformats.org/drawingml/2006/main">
            <a:pPr>
              <a:defRPr sz="2100" b="0">
                <a:solidFill>
                  <a:srgbClr val="526978"/>
                </a:solidFill>
                <a:latin typeface="Arial"/>
                <a:ea typeface="Arial"/>
                <a:cs typeface="Arial"/>
              </a:defRPr>
            </a:pPr>
            <a:r>
              <a:rPr sz="2100" b="0">
                <a:solidFill>
                  <a:srgbClr val="526978"/>
                </a:solidFill>
                <a:latin typeface="Arial"/>
                <a:ea typeface="Arial"/>
                <a:cs typeface="Arial"/>
              </a:rPr>
              <a:t>need one traceable workflow.</a:t>
            </a:r>
          </a:p>
        </p:txBody>
      </p:sp>
      <p:sp>
        <p:nvSpPr>
          <p:cNvPr id="6" name="">
            <a:extLst xmlns:a="http://schemas.openxmlformats.org/drawingml/2006/main">
              <a:ext uri="{FF2B5EF4-FFF2-40B4-BE49-F238E27FC236}">
                <a16:creationId xmlns:a16="http://schemas.microsoft.com/office/drawing/2014/main" id="{36608F8C-1594-40E2-AE38-055E17CA6983}"/>
              </a:ext>
            </a:extLst>
          </p:cNvPr>
          <p:cNvSpPr>
            <a:spLocks xmlns:a="http://schemas.openxmlformats.org/drawingml/2006/main" noGrp="1"/>
          </p:cNvSpPr>
          <p:nvPr/>
        </p:nvSpPr>
        <p:spPr>
          <a:xfrm xmlns:a="http://schemas.openxmlformats.org/drawingml/2006/main">
            <a:off x="6286500" y="2066925"/>
            <a:ext cx="5238750" cy="28575"/>
          </a:xfrm>
          <a:prstGeom xmlns:a="http://schemas.openxmlformats.org/drawingml/2006/main" prst="rect">
            <a:avLst/>
          </a:prstGeom>
          <a:solidFill xmlns:a="http://schemas.openxmlformats.org/drawingml/2006/main">
            <a:srgbClr val="C8DCE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1D5372E-0285-42B0-9205-25155F696437}"/>
              </a:ext>
            </a:extLst>
          </p:cNvPr>
          <p:cNvSpPr>
            <a:spLocks xmlns:a="http://schemas.openxmlformats.org/drawingml/2006/main" noGrp="1"/>
          </p:cNvSpPr>
          <p:nvPr/>
        </p:nvSpPr>
        <p:spPr>
          <a:xfrm xmlns:a="http://schemas.openxmlformats.org/drawingml/2006/main">
            <a:off x="6305550" y="23241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D3662B"/>
                </a:solidFill>
                <a:latin typeface="Arial"/>
                <a:ea typeface="Arial"/>
                <a:cs typeface="Arial"/>
              </a:defRPr>
            </a:defPPr>
            <a:lvl1pPr>
              <a:defRPr sz="2400" b="1">
                <a:solidFill>
                  <a:srgbClr val="D3662B"/>
                </a:solidFill>
                <a:latin typeface="Arial"/>
                <a:ea typeface="Arial"/>
                <a:cs typeface="Arial"/>
              </a:defRPr>
            </a:lvl1pPr>
            <a:lvl2pPr>
              <a:defRPr sz="2400" b="1">
                <a:solidFill>
                  <a:srgbClr val="D3662B"/>
                </a:solidFill>
                <a:latin typeface="Arial"/>
                <a:ea typeface="Arial"/>
                <a:cs typeface="Arial"/>
              </a:defRPr>
            </a:lvl2pPr>
            <a:lvl3pPr>
              <a:defRPr sz="2400" b="1">
                <a:solidFill>
                  <a:srgbClr val="D3662B"/>
                </a:solidFill>
                <a:latin typeface="Arial"/>
                <a:ea typeface="Arial"/>
                <a:cs typeface="Arial"/>
              </a:defRPr>
            </a:lvl3pPr>
            <a:lvl4pPr>
              <a:defRPr sz="2400" b="1">
                <a:solidFill>
                  <a:srgbClr val="D3662B"/>
                </a:solidFill>
                <a:latin typeface="Arial"/>
                <a:ea typeface="Arial"/>
                <a:cs typeface="Arial"/>
              </a:defRPr>
            </a:lvl4pPr>
            <a:lvl5pPr>
              <a:defRPr sz="2400" b="1">
                <a:solidFill>
                  <a:srgbClr val="D3662B"/>
                </a:solidFill>
                <a:latin typeface="Arial"/>
                <a:ea typeface="Arial"/>
                <a:cs typeface="Arial"/>
              </a:defRPr>
            </a:lvl5pPr>
            <a:lvl6pPr>
              <a:defRPr sz="2400" b="1">
                <a:solidFill>
                  <a:srgbClr val="D3662B"/>
                </a:solidFill>
                <a:latin typeface="Arial"/>
                <a:ea typeface="Arial"/>
                <a:cs typeface="Arial"/>
              </a:defRPr>
            </a:lvl6pPr>
            <a:lvl7pPr>
              <a:defRPr sz="2400" b="1">
                <a:solidFill>
                  <a:srgbClr val="D3662B"/>
                </a:solidFill>
                <a:latin typeface="Arial"/>
                <a:ea typeface="Arial"/>
                <a:cs typeface="Arial"/>
              </a:defRPr>
            </a:lvl7pPr>
            <a:lvl8pPr>
              <a:defRPr sz="2400" b="1">
                <a:solidFill>
                  <a:srgbClr val="D3662B"/>
                </a:solidFill>
                <a:latin typeface="Arial"/>
                <a:ea typeface="Arial"/>
                <a:cs typeface="Arial"/>
              </a:defRPr>
            </a:lvl8pPr>
            <a:lvl9pPr>
              <a:defRPr sz="2400" b="1">
                <a:solidFill>
                  <a:srgbClr val="D3662B"/>
                </a:solidFill>
                <a:latin typeface="Arial"/>
                <a:ea typeface="Arial"/>
                <a:cs typeface="Arial"/>
              </a:defRPr>
            </a:lvl9pPr>
          </a:lstStyle>
          <a:p xmlns:a="http://schemas.openxmlformats.org/drawingml/2006/main">
            <a:pPr>
              <a:defRPr sz="2400" b="1">
                <a:solidFill>
                  <a:srgbClr val="D3662B"/>
                </a:solidFill>
                <a:latin typeface="Arial"/>
                <a:ea typeface="Arial"/>
                <a:cs typeface="Arial"/>
              </a:defRPr>
            </a:pPr>
            <a:r>
              <a:rPr sz="2400" b="1">
                <a:solidFill>
                  <a:srgbClr val="D3662B"/>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F5E1301E-ABE5-4C06-8D76-437E582AE44E}"/>
              </a:ext>
            </a:extLst>
          </p:cNvPr>
          <p:cNvSpPr>
            <a:spLocks xmlns:a="http://schemas.openxmlformats.org/drawingml/2006/main" noGrp="1"/>
          </p:cNvSpPr>
          <p:nvPr/>
        </p:nvSpPr>
        <p:spPr>
          <a:xfrm xmlns:a="http://schemas.openxmlformats.org/drawingml/2006/main">
            <a:off x="7115175" y="2305050"/>
            <a:ext cx="4286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247"/>
                </a:solidFill>
                <a:latin typeface="Arial"/>
                <a:ea typeface="Arial"/>
                <a:cs typeface="Arial"/>
              </a:defRPr>
            </a:defPPr>
            <a:lvl1pPr>
              <a:defRPr sz="2175" b="0">
                <a:solidFill>
                  <a:srgbClr val="143247"/>
                </a:solidFill>
                <a:latin typeface="Arial"/>
                <a:ea typeface="Arial"/>
                <a:cs typeface="Arial"/>
              </a:defRPr>
            </a:lvl1pPr>
            <a:lvl2pPr>
              <a:defRPr sz="2175" b="0">
                <a:solidFill>
                  <a:srgbClr val="143247"/>
                </a:solidFill>
                <a:latin typeface="Arial"/>
                <a:ea typeface="Arial"/>
                <a:cs typeface="Arial"/>
              </a:defRPr>
            </a:lvl2pPr>
            <a:lvl3pPr>
              <a:defRPr sz="2175" b="0">
                <a:solidFill>
                  <a:srgbClr val="143247"/>
                </a:solidFill>
                <a:latin typeface="Arial"/>
                <a:ea typeface="Arial"/>
                <a:cs typeface="Arial"/>
              </a:defRPr>
            </a:lvl3pPr>
            <a:lvl4pPr>
              <a:defRPr sz="2175" b="0">
                <a:solidFill>
                  <a:srgbClr val="143247"/>
                </a:solidFill>
                <a:latin typeface="Arial"/>
                <a:ea typeface="Arial"/>
                <a:cs typeface="Arial"/>
              </a:defRPr>
            </a:lvl4pPr>
            <a:lvl5pPr>
              <a:defRPr sz="2175" b="0">
                <a:solidFill>
                  <a:srgbClr val="143247"/>
                </a:solidFill>
                <a:latin typeface="Arial"/>
                <a:ea typeface="Arial"/>
                <a:cs typeface="Arial"/>
              </a:defRPr>
            </a:lvl5pPr>
            <a:lvl6pPr>
              <a:defRPr sz="2175" b="0">
                <a:solidFill>
                  <a:srgbClr val="143247"/>
                </a:solidFill>
                <a:latin typeface="Arial"/>
                <a:ea typeface="Arial"/>
                <a:cs typeface="Arial"/>
              </a:defRPr>
            </a:lvl6pPr>
            <a:lvl7pPr>
              <a:defRPr sz="2175" b="0">
                <a:solidFill>
                  <a:srgbClr val="143247"/>
                </a:solidFill>
                <a:latin typeface="Arial"/>
                <a:ea typeface="Arial"/>
                <a:cs typeface="Arial"/>
              </a:defRPr>
            </a:lvl7pPr>
            <a:lvl8pPr>
              <a:defRPr sz="2175" b="0">
                <a:solidFill>
                  <a:srgbClr val="143247"/>
                </a:solidFill>
                <a:latin typeface="Arial"/>
                <a:ea typeface="Arial"/>
                <a:cs typeface="Arial"/>
              </a:defRPr>
            </a:lvl8pPr>
            <a:lvl9pPr>
              <a:defRPr sz="2175" b="0">
                <a:solidFill>
                  <a:srgbClr val="143247"/>
                </a:solidFill>
                <a:latin typeface="Arial"/>
                <a:ea typeface="Arial"/>
                <a:cs typeface="Arial"/>
              </a:defRPr>
            </a:lvl9pPr>
          </a:lstStyle>
          <a:p xmlns:a="http://schemas.openxmlformats.org/drawingml/2006/main">
            <a:pPr>
              <a:defRPr sz="2175" b="0">
                <a:solidFill>
                  <a:srgbClr val="143247"/>
                </a:solidFill>
                <a:latin typeface="Arial"/>
                <a:ea typeface="Arial"/>
                <a:cs typeface="Arial"/>
              </a:defRPr>
            </a:pPr>
            <a:r>
              <a:rPr sz="2175" b="0">
                <a:solidFill>
                  <a:srgbClr val="143247"/>
                </a:solidFill>
                <a:latin typeface="Arial"/>
                <a:ea typeface="Arial"/>
                <a:cs typeface="Arial"/>
              </a:rPr>
              <a:t>Who reported the problem?</a:t>
            </a:r>
          </a:p>
        </p:txBody>
      </p:sp>
      <p:sp>
        <p:nvSpPr>
          <p:cNvPr id="9" name="">
            <a:extLst xmlns:a="http://schemas.openxmlformats.org/drawingml/2006/main">
              <a:ext uri="{FF2B5EF4-FFF2-40B4-BE49-F238E27FC236}">
                <a16:creationId xmlns:a16="http://schemas.microsoft.com/office/drawing/2014/main" id="{C757FEF2-C0D9-43A4-B00A-4822E43F7B47}"/>
              </a:ext>
            </a:extLst>
          </p:cNvPr>
          <p:cNvSpPr>
            <a:spLocks xmlns:a="http://schemas.openxmlformats.org/drawingml/2006/main" noGrp="1"/>
          </p:cNvSpPr>
          <p:nvPr/>
        </p:nvSpPr>
        <p:spPr>
          <a:xfrm xmlns:a="http://schemas.openxmlformats.org/drawingml/2006/main">
            <a:off x="6286500" y="3371850"/>
            <a:ext cx="5238750" cy="28575"/>
          </a:xfrm>
          <a:prstGeom xmlns:a="http://schemas.openxmlformats.org/drawingml/2006/main" prst="rect">
            <a:avLst/>
          </a:prstGeom>
          <a:solidFill xmlns:a="http://schemas.openxmlformats.org/drawingml/2006/main">
            <a:srgbClr val="C8DCE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1232C65-4788-43E9-8C89-2AFECFBECE3F}"/>
              </a:ext>
            </a:extLst>
          </p:cNvPr>
          <p:cNvSpPr>
            <a:spLocks xmlns:a="http://schemas.openxmlformats.org/drawingml/2006/main" noGrp="1"/>
          </p:cNvSpPr>
          <p:nvPr/>
        </p:nvSpPr>
        <p:spPr>
          <a:xfrm xmlns:a="http://schemas.openxmlformats.org/drawingml/2006/main">
            <a:off x="6305550" y="3629025"/>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D3662B"/>
                </a:solidFill>
                <a:latin typeface="Arial"/>
                <a:ea typeface="Arial"/>
                <a:cs typeface="Arial"/>
              </a:defRPr>
            </a:defPPr>
            <a:lvl1pPr>
              <a:defRPr sz="2400" b="1">
                <a:solidFill>
                  <a:srgbClr val="D3662B"/>
                </a:solidFill>
                <a:latin typeface="Arial"/>
                <a:ea typeface="Arial"/>
                <a:cs typeface="Arial"/>
              </a:defRPr>
            </a:lvl1pPr>
            <a:lvl2pPr>
              <a:defRPr sz="2400" b="1">
                <a:solidFill>
                  <a:srgbClr val="D3662B"/>
                </a:solidFill>
                <a:latin typeface="Arial"/>
                <a:ea typeface="Arial"/>
                <a:cs typeface="Arial"/>
              </a:defRPr>
            </a:lvl2pPr>
            <a:lvl3pPr>
              <a:defRPr sz="2400" b="1">
                <a:solidFill>
                  <a:srgbClr val="D3662B"/>
                </a:solidFill>
                <a:latin typeface="Arial"/>
                <a:ea typeface="Arial"/>
                <a:cs typeface="Arial"/>
              </a:defRPr>
            </a:lvl3pPr>
            <a:lvl4pPr>
              <a:defRPr sz="2400" b="1">
                <a:solidFill>
                  <a:srgbClr val="D3662B"/>
                </a:solidFill>
                <a:latin typeface="Arial"/>
                <a:ea typeface="Arial"/>
                <a:cs typeface="Arial"/>
              </a:defRPr>
            </a:lvl4pPr>
            <a:lvl5pPr>
              <a:defRPr sz="2400" b="1">
                <a:solidFill>
                  <a:srgbClr val="D3662B"/>
                </a:solidFill>
                <a:latin typeface="Arial"/>
                <a:ea typeface="Arial"/>
                <a:cs typeface="Arial"/>
              </a:defRPr>
            </a:lvl5pPr>
            <a:lvl6pPr>
              <a:defRPr sz="2400" b="1">
                <a:solidFill>
                  <a:srgbClr val="D3662B"/>
                </a:solidFill>
                <a:latin typeface="Arial"/>
                <a:ea typeface="Arial"/>
                <a:cs typeface="Arial"/>
              </a:defRPr>
            </a:lvl6pPr>
            <a:lvl7pPr>
              <a:defRPr sz="2400" b="1">
                <a:solidFill>
                  <a:srgbClr val="D3662B"/>
                </a:solidFill>
                <a:latin typeface="Arial"/>
                <a:ea typeface="Arial"/>
                <a:cs typeface="Arial"/>
              </a:defRPr>
            </a:lvl7pPr>
            <a:lvl8pPr>
              <a:defRPr sz="2400" b="1">
                <a:solidFill>
                  <a:srgbClr val="D3662B"/>
                </a:solidFill>
                <a:latin typeface="Arial"/>
                <a:ea typeface="Arial"/>
                <a:cs typeface="Arial"/>
              </a:defRPr>
            </a:lvl8pPr>
            <a:lvl9pPr>
              <a:defRPr sz="2400" b="1">
                <a:solidFill>
                  <a:srgbClr val="D3662B"/>
                </a:solidFill>
                <a:latin typeface="Arial"/>
                <a:ea typeface="Arial"/>
                <a:cs typeface="Arial"/>
              </a:defRPr>
            </a:lvl9pPr>
          </a:lstStyle>
          <a:p xmlns:a="http://schemas.openxmlformats.org/drawingml/2006/main">
            <a:pPr>
              <a:defRPr sz="2400" b="1">
                <a:solidFill>
                  <a:srgbClr val="D3662B"/>
                </a:solidFill>
                <a:latin typeface="Arial"/>
                <a:ea typeface="Arial"/>
                <a:cs typeface="Arial"/>
              </a:defRPr>
            </a:pPr>
            <a:r>
              <a:rPr sz="2400" b="1">
                <a:solidFill>
                  <a:srgbClr val="D3662B"/>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B21B84E8-9F4F-42F9-8D15-B30461A1D89E}"/>
              </a:ext>
            </a:extLst>
          </p:cNvPr>
          <p:cNvSpPr>
            <a:spLocks xmlns:a="http://schemas.openxmlformats.org/drawingml/2006/main" noGrp="1"/>
          </p:cNvSpPr>
          <p:nvPr/>
        </p:nvSpPr>
        <p:spPr>
          <a:xfrm xmlns:a="http://schemas.openxmlformats.org/drawingml/2006/main">
            <a:off x="7115175" y="3609975"/>
            <a:ext cx="4286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247"/>
                </a:solidFill>
                <a:latin typeface="Arial"/>
                <a:ea typeface="Arial"/>
                <a:cs typeface="Arial"/>
              </a:defRPr>
            </a:defPPr>
            <a:lvl1pPr>
              <a:defRPr sz="2175" b="0">
                <a:solidFill>
                  <a:srgbClr val="143247"/>
                </a:solidFill>
                <a:latin typeface="Arial"/>
                <a:ea typeface="Arial"/>
                <a:cs typeface="Arial"/>
              </a:defRPr>
            </a:lvl1pPr>
            <a:lvl2pPr>
              <a:defRPr sz="2175" b="0">
                <a:solidFill>
                  <a:srgbClr val="143247"/>
                </a:solidFill>
                <a:latin typeface="Arial"/>
                <a:ea typeface="Arial"/>
                <a:cs typeface="Arial"/>
              </a:defRPr>
            </a:lvl2pPr>
            <a:lvl3pPr>
              <a:defRPr sz="2175" b="0">
                <a:solidFill>
                  <a:srgbClr val="143247"/>
                </a:solidFill>
                <a:latin typeface="Arial"/>
                <a:ea typeface="Arial"/>
                <a:cs typeface="Arial"/>
              </a:defRPr>
            </a:lvl3pPr>
            <a:lvl4pPr>
              <a:defRPr sz="2175" b="0">
                <a:solidFill>
                  <a:srgbClr val="143247"/>
                </a:solidFill>
                <a:latin typeface="Arial"/>
                <a:ea typeface="Arial"/>
                <a:cs typeface="Arial"/>
              </a:defRPr>
            </a:lvl4pPr>
            <a:lvl5pPr>
              <a:defRPr sz="2175" b="0">
                <a:solidFill>
                  <a:srgbClr val="143247"/>
                </a:solidFill>
                <a:latin typeface="Arial"/>
                <a:ea typeface="Arial"/>
                <a:cs typeface="Arial"/>
              </a:defRPr>
            </a:lvl5pPr>
            <a:lvl6pPr>
              <a:defRPr sz="2175" b="0">
                <a:solidFill>
                  <a:srgbClr val="143247"/>
                </a:solidFill>
                <a:latin typeface="Arial"/>
                <a:ea typeface="Arial"/>
                <a:cs typeface="Arial"/>
              </a:defRPr>
            </a:lvl6pPr>
            <a:lvl7pPr>
              <a:defRPr sz="2175" b="0">
                <a:solidFill>
                  <a:srgbClr val="143247"/>
                </a:solidFill>
                <a:latin typeface="Arial"/>
                <a:ea typeface="Arial"/>
                <a:cs typeface="Arial"/>
              </a:defRPr>
            </a:lvl7pPr>
            <a:lvl8pPr>
              <a:defRPr sz="2175" b="0">
                <a:solidFill>
                  <a:srgbClr val="143247"/>
                </a:solidFill>
                <a:latin typeface="Arial"/>
                <a:ea typeface="Arial"/>
                <a:cs typeface="Arial"/>
              </a:defRPr>
            </a:lvl8pPr>
            <a:lvl9pPr>
              <a:defRPr sz="2175" b="0">
                <a:solidFill>
                  <a:srgbClr val="143247"/>
                </a:solidFill>
                <a:latin typeface="Arial"/>
                <a:ea typeface="Arial"/>
                <a:cs typeface="Arial"/>
              </a:defRPr>
            </a:lvl9pPr>
          </a:lstStyle>
          <a:p xmlns:a="http://schemas.openxmlformats.org/drawingml/2006/main">
            <a:pPr>
              <a:defRPr sz="2175" b="0">
                <a:solidFill>
                  <a:srgbClr val="143247"/>
                </a:solidFill>
                <a:latin typeface="Arial"/>
                <a:ea typeface="Arial"/>
                <a:cs typeface="Arial"/>
              </a:defRPr>
            </a:pPr>
            <a:r>
              <a:rPr sz="2175" b="0">
                <a:solidFill>
                  <a:srgbClr val="143247"/>
                </a:solidFill>
                <a:latin typeface="Arial"/>
                <a:ea typeface="Arial"/>
                <a:cs typeface="Arial"/>
              </a:rPr>
              <a:t>Who is responsible for fixing it?</a:t>
            </a:r>
          </a:p>
        </p:txBody>
      </p:sp>
      <p:sp>
        <p:nvSpPr>
          <p:cNvPr id="12" name="">
            <a:extLst xmlns:a="http://schemas.openxmlformats.org/drawingml/2006/main">
              <a:ext uri="{FF2B5EF4-FFF2-40B4-BE49-F238E27FC236}">
                <a16:creationId xmlns:a16="http://schemas.microsoft.com/office/drawing/2014/main" id="{942DAB17-9768-44E2-B15C-0CDF4219C790}"/>
              </a:ext>
            </a:extLst>
          </p:cNvPr>
          <p:cNvSpPr>
            <a:spLocks xmlns:a="http://schemas.openxmlformats.org/drawingml/2006/main" noGrp="1"/>
          </p:cNvSpPr>
          <p:nvPr/>
        </p:nvSpPr>
        <p:spPr>
          <a:xfrm xmlns:a="http://schemas.openxmlformats.org/drawingml/2006/main">
            <a:off x="6286500" y="4676775"/>
            <a:ext cx="5238750" cy="28575"/>
          </a:xfrm>
          <a:prstGeom xmlns:a="http://schemas.openxmlformats.org/drawingml/2006/main" prst="rect">
            <a:avLst/>
          </a:prstGeom>
          <a:solidFill xmlns:a="http://schemas.openxmlformats.org/drawingml/2006/main">
            <a:srgbClr val="C8DCE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B0F4FC3-E642-4D09-ADFE-1FF9CA48C802}"/>
              </a:ext>
            </a:extLst>
          </p:cNvPr>
          <p:cNvSpPr>
            <a:spLocks xmlns:a="http://schemas.openxmlformats.org/drawingml/2006/main" noGrp="1"/>
          </p:cNvSpPr>
          <p:nvPr/>
        </p:nvSpPr>
        <p:spPr>
          <a:xfrm xmlns:a="http://schemas.openxmlformats.org/drawingml/2006/main">
            <a:off x="6305550" y="493395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D3662B"/>
                </a:solidFill>
                <a:latin typeface="Arial"/>
                <a:ea typeface="Arial"/>
                <a:cs typeface="Arial"/>
              </a:defRPr>
            </a:defPPr>
            <a:lvl1pPr>
              <a:defRPr sz="2400" b="1">
                <a:solidFill>
                  <a:srgbClr val="D3662B"/>
                </a:solidFill>
                <a:latin typeface="Arial"/>
                <a:ea typeface="Arial"/>
                <a:cs typeface="Arial"/>
              </a:defRPr>
            </a:lvl1pPr>
            <a:lvl2pPr>
              <a:defRPr sz="2400" b="1">
                <a:solidFill>
                  <a:srgbClr val="D3662B"/>
                </a:solidFill>
                <a:latin typeface="Arial"/>
                <a:ea typeface="Arial"/>
                <a:cs typeface="Arial"/>
              </a:defRPr>
            </a:lvl2pPr>
            <a:lvl3pPr>
              <a:defRPr sz="2400" b="1">
                <a:solidFill>
                  <a:srgbClr val="D3662B"/>
                </a:solidFill>
                <a:latin typeface="Arial"/>
                <a:ea typeface="Arial"/>
                <a:cs typeface="Arial"/>
              </a:defRPr>
            </a:lvl3pPr>
            <a:lvl4pPr>
              <a:defRPr sz="2400" b="1">
                <a:solidFill>
                  <a:srgbClr val="D3662B"/>
                </a:solidFill>
                <a:latin typeface="Arial"/>
                <a:ea typeface="Arial"/>
                <a:cs typeface="Arial"/>
              </a:defRPr>
            </a:lvl4pPr>
            <a:lvl5pPr>
              <a:defRPr sz="2400" b="1">
                <a:solidFill>
                  <a:srgbClr val="D3662B"/>
                </a:solidFill>
                <a:latin typeface="Arial"/>
                <a:ea typeface="Arial"/>
                <a:cs typeface="Arial"/>
              </a:defRPr>
            </a:lvl5pPr>
            <a:lvl6pPr>
              <a:defRPr sz="2400" b="1">
                <a:solidFill>
                  <a:srgbClr val="D3662B"/>
                </a:solidFill>
                <a:latin typeface="Arial"/>
                <a:ea typeface="Arial"/>
                <a:cs typeface="Arial"/>
              </a:defRPr>
            </a:lvl6pPr>
            <a:lvl7pPr>
              <a:defRPr sz="2400" b="1">
                <a:solidFill>
                  <a:srgbClr val="D3662B"/>
                </a:solidFill>
                <a:latin typeface="Arial"/>
                <a:ea typeface="Arial"/>
                <a:cs typeface="Arial"/>
              </a:defRPr>
            </a:lvl7pPr>
            <a:lvl8pPr>
              <a:defRPr sz="2400" b="1">
                <a:solidFill>
                  <a:srgbClr val="D3662B"/>
                </a:solidFill>
                <a:latin typeface="Arial"/>
                <a:ea typeface="Arial"/>
                <a:cs typeface="Arial"/>
              </a:defRPr>
            </a:lvl8pPr>
            <a:lvl9pPr>
              <a:defRPr sz="2400" b="1">
                <a:solidFill>
                  <a:srgbClr val="D3662B"/>
                </a:solidFill>
                <a:latin typeface="Arial"/>
                <a:ea typeface="Arial"/>
                <a:cs typeface="Arial"/>
              </a:defRPr>
            </a:lvl9pPr>
          </a:lstStyle>
          <a:p xmlns:a="http://schemas.openxmlformats.org/drawingml/2006/main">
            <a:pPr>
              <a:defRPr sz="2400" b="1">
                <a:solidFill>
                  <a:srgbClr val="D3662B"/>
                </a:solidFill>
                <a:latin typeface="Arial"/>
                <a:ea typeface="Arial"/>
                <a:cs typeface="Arial"/>
              </a:defRPr>
            </a:pPr>
            <a:r>
              <a:rPr sz="2400" b="1">
                <a:solidFill>
                  <a:srgbClr val="D3662B"/>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E99BA50E-E956-4ECA-A5A9-42B3C6EEC00A}"/>
              </a:ext>
            </a:extLst>
          </p:cNvPr>
          <p:cNvSpPr>
            <a:spLocks xmlns:a="http://schemas.openxmlformats.org/drawingml/2006/main" noGrp="1"/>
          </p:cNvSpPr>
          <p:nvPr/>
        </p:nvSpPr>
        <p:spPr>
          <a:xfrm xmlns:a="http://schemas.openxmlformats.org/drawingml/2006/main">
            <a:off x="7115175" y="4914900"/>
            <a:ext cx="4286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247"/>
                </a:solidFill>
                <a:latin typeface="Arial"/>
                <a:ea typeface="Arial"/>
                <a:cs typeface="Arial"/>
              </a:defRPr>
            </a:defPPr>
            <a:lvl1pPr>
              <a:defRPr sz="2175" b="0">
                <a:solidFill>
                  <a:srgbClr val="143247"/>
                </a:solidFill>
                <a:latin typeface="Arial"/>
                <a:ea typeface="Arial"/>
                <a:cs typeface="Arial"/>
              </a:defRPr>
            </a:lvl1pPr>
            <a:lvl2pPr>
              <a:defRPr sz="2175" b="0">
                <a:solidFill>
                  <a:srgbClr val="143247"/>
                </a:solidFill>
                <a:latin typeface="Arial"/>
                <a:ea typeface="Arial"/>
                <a:cs typeface="Arial"/>
              </a:defRPr>
            </a:lvl2pPr>
            <a:lvl3pPr>
              <a:defRPr sz="2175" b="0">
                <a:solidFill>
                  <a:srgbClr val="143247"/>
                </a:solidFill>
                <a:latin typeface="Arial"/>
                <a:ea typeface="Arial"/>
                <a:cs typeface="Arial"/>
              </a:defRPr>
            </a:lvl3pPr>
            <a:lvl4pPr>
              <a:defRPr sz="2175" b="0">
                <a:solidFill>
                  <a:srgbClr val="143247"/>
                </a:solidFill>
                <a:latin typeface="Arial"/>
                <a:ea typeface="Arial"/>
                <a:cs typeface="Arial"/>
              </a:defRPr>
            </a:lvl4pPr>
            <a:lvl5pPr>
              <a:defRPr sz="2175" b="0">
                <a:solidFill>
                  <a:srgbClr val="143247"/>
                </a:solidFill>
                <a:latin typeface="Arial"/>
                <a:ea typeface="Arial"/>
                <a:cs typeface="Arial"/>
              </a:defRPr>
            </a:lvl5pPr>
            <a:lvl6pPr>
              <a:defRPr sz="2175" b="0">
                <a:solidFill>
                  <a:srgbClr val="143247"/>
                </a:solidFill>
                <a:latin typeface="Arial"/>
                <a:ea typeface="Arial"/>
                <a:cs typeface="Arial"/>
              </a:defRPr>
            </a:lvl6pPr>
            <a:lvl7pPr>
              <a:defRPr sz="2175" b="0">
                <a:solidFill>
                  <a:srgbClr val="143247"/>
                </a:solidFill>
                <a:latin typeface="Arial"/>
                <a:ea typeface="Arial"/>
                <a:cs typeface="Arial"/>
              </a:defRPr>
            </a:lvl7pPr>
            <a:lvl8pPr>
              <a:defRPr sz="2175" b="0">
                <a:solidFill>
                  <a:srgbClr val="143247"/>
                </a:solidFill>
                <a:latin typeface="Arial"/>
                <a:ea typeface="Arial"/>
                <a:cs typeface="Arial"/>
              </a:defRPr>
            </a:lvl8pPr>
            <a:lvl9pPr>
              <a:defRPr sz="2175" b="0">
                <a:solidFill>
                  <a:srgbClr val="143247"/>
                </a:solidFill>
                <a:latin typeface="Arial"/>
                <a:ea typeface="Arial"/>
                <a:cs typeface="Arial"/>
              </a:defRPr>
            </a:lvl9pPr>
          </a:lstStyle>
          <a:p xmlns:a="http://schemas.openxmlformats.org/drawingml/2006/main">
            <a:pPr>
              <a:defRPr sz="2175" b="0">
                <a:solidFill>
                  <a:srgbClr val="143247"/>
                </a:solidFill>
                <a:latin typeface="Arial"/>
                <a:ea typeface="Arial"/>
                <a:cs typeface="Arial"/>
              </a:defRPr>
            </a:pPr>
            <a:r>
              <a:rPr sz="2175" b="0">
                <a:solidFill>
                  <a:srgbClr val="143247"/>
                </a:solidFill>
                <a:latin typeface="Arial"/>
                <a:ea typeface="Arial"/>
                <a:cs typeface="Arial"/>
              </a:rPr>
              <a:t>Who confirms the repair is acceptable?</a:t>
            </a:r>
          </a:p>
        </p:txBody>
      </p:sp>
    </p:spTree>
    <p:extLst>
      <p:ext uri="{BB962C8B-B14F-4D97-AF65-F5344CB8AC3E}">
        <p14:creationId xmlns:p14="http://schemas.microsoft.com/office/powerpoint/2010/main" val="4969239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B050D9A-1A37-4ADB-8426-1D45AD6DFD3D}"/>
              </a:ext>
            </a:extLst>
          </p:cNvPr>
          <p:cNvSpPr>
            <a:spLocks xmlns:a="http://schemas.openxmlformats.org/drawingml/2006/main" noGrp="1"/>
          </p:cNvSpPr>
          <p:nvPr/>
        </p:nvSpPr>
        <p:spPr>
          <a:xfrm xmlns:a="http://schemas.openxmlformats.org/drawingml/2006/main">
            <a:off x="609600" y="457200"/>
            <a:ext cx="523875"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2F9616-5180-4A8D-AAF9-3FD4EF896462}"/>
              </a:ext>
            </a:extLst>
          </p:cNvPr>
          <p:cNvSpPr>
            <a:spLocks xmlns:a="http://schemas.openxmlformats.org/drawingml/2006/main" noGrp="1"/>
          </p:cNvSpPr>
          <p:nvPr/>
        </p:nvSpPr>
        <p:spPr>
          <a:xfrm xmlns:a="http://schemas.openxmlformats.org/drawingml/2006/main">
            <a:off x="609600" y="7905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43247"/>
                </a:solidFill>
                <a:latin typeface="Arial"/>
                <a:ea typeface="Arial"/>
                <a:cs typeface="Arial"/>
              </a:defRPr>
            </a:defPPr>
            <a:lvl1pPr>
              <a:defRPr sz="3225" b="1">
                <a:solidFill>
                  <a:srgbClr val="143247"/>
                </a:solidFill>
                <a:latin typeface="Arial"/>
                <a:ea typeface="Arial"/>
                <a:cs typeface="Arial"/>
              </a:defRPr>
            </a:lvl1pPr>
            <a:lvl2pPr>
              <a:defRPr sz="3225" b="1">
                <a:solidFill>
                  <a:srgbClr val="143247"/>
                </a:solidFill>
                <a:latin typeface="Arial"/>
                <a:ea typeface="Arial"/>
                <a:cs typeface="Arial"/>
              </a:defRPr>
            </a:lvl2pPr>
            <a:lvl3pPr>
              <a:defRPr sz="3225" b="1">
                <a:solidFill>
                  <a:srgbClr val="143247"/>
                </a:solidFill>
                <a:latin typeface="Arial"/>
                <a:ea typeface="Arial"/>
                <a:cs typeface="Arial"/>
              </a:defRPr>
            </a:lvl3pPr>
            <a:lvl4pPr>
              <a:defRPr sz="3225" b="1">
                <a:solidFill>
                  <a:srgbClr val="143247"/>
                </a:solidFill>
                <a:latin typeface="Arial"/>
                <a:ea typeface="Arial"/>
                <a:cs typeface="Arial"/>
              </a:defRPr>
            </a:lvl4pPr>
            <a:lvl5pPr>
              <a:defRPr sz="3225" b="1">
                <a:solidFill>
                  <a:srgbClr val="143247"/>
                </a:solidFill>
                <a:latin typeface="Arial"/>
                <a:ea typeface="Arial"/>
                <a:cs typeface="Arial"/>
              </a:defRPr>
            </a:lvl5pPr>
            <a:lvl6pPr>
              <a:defRPr sz="3225" b="1">
                <a:solidFill>
                  <a:srgbClr val="143247"/>
                </a:solidFill>
                <a:latin typeface="Arial"/>
                <a:ea typeface="Arial"/>
                <a:cs typeface="Arial"/>
              </a:defRPr>
            </a:lvl6pPr>
            <a:lvl7pPr>
              <a:defRPr sz="3225" b="1">
                <a:solidFill>
                  <a:srgbClr val="143247"/>
                </a:solidFill>
                <a:latin typeface="Arial"/>
                <a:ea typeface="Arial"/>
                <a:cs typeface="Arial"/>
              </a:defRPr>
            </a:lvl7pPr>
            <a:lvl8pPr>
              <a:defRPr sz="3225" b="1">
                <a:solidFill>
                  <a:srgbClr val="143247"/>
                </a:solidFill>
                <a:latin typeface="Arial"/>
                <a:ea typeface="Arial"/>
                <a:cs typeface="Arial"/>
              </a:defRPr>
            </a:lvl8pPr>
            <a:lvl9pPr>
              <a:defRPr sz="3225" b="1">
                <a:solidFill>
                  <a:srgbClr val="143247"/>
                </a:solidFill>
                <a:latin typeface="Arial"/>
                <a:ea typeface="Arial"/>
                <a:cs typeface="Arial"/>
              </a:defRPr>
            </a:lvl9pPr>
          </a:lstStyle>
          <a:p xmlns:a="http://schemas.openxmlformats.org/drawingml/2006/main">
            <a:pPr>
              <a:defRPr sz="3225" b="1">
                <a:solidFill>
                  <a:srgbClr val="143247"/>
                </a:solidFill>
                <a:latin typeface="Arial"/>
                <a:ea typeface="Arial"/>
                <a:cs typeface="Arial"/>
              </a:defRPr>
            </a:pPr>
            <a:r>
              <a:rPr sz="3225" b="1">
                <a:solidFill>
                  <a:srgbClr val="143247"/>
                </a:solidFill>
                <a:latin typeface="Arial"/>
                <a:ea typeface="Arial"/>
                <a:cs typeface="Arial"/>
              </a:rPr>
              <a:t>One application, three responsibilities</a:t>
            </a:r>
          </a:p>
        </p:txBody>
      </p:sp>
      <p:sp>
        <p:nvSpPr>
          <p:cNvPr id="3" name="">
            <a:extLst xmlns:a="http://schemas.openxmlformats.org/drawingml/2006/main">
              <a:ext uri="{FF2B5EF4-FFF2-40B4-BE49-F238E27FC236}">
                <a16:creationId xmlns:a16="http://schemas.microsoft.com/office/drawing/2014/main" id="{245567C4-6135-4C72-AD63-118F498D6969}"/>
              </a:ext>
            </a:extLst>
          </p:cNvPr>
          <p:cNvSpPr>
            <a:spLocks xmlns:a="http://schemas.openxmlformats.org/drawingml/2006/main" noGrp="1"/>
          </p:cNvSpPr>
          <p:nvPr/>
        </p:nvSpPr>
        <p:spPr>
          <a:xfrm xmlns:a="http://schemas.openxmlformats.org/drawingml/2006/main">
            <a:off x="11115675" y="6372225"/>
            <a:ext cx="4667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978"/>
                </a:solidFill>
                <a:latin typeface="Arial"/>
                <a:ea typeface="Arial"/>
                <a:cs typeface="Arial"/>
              </a:defRPr>
            </a:defPPr>
            <a:lvl1pPr>
              <a:defRPr sz="1200" b="0">
                <a:solidFill>
                  <a:srgbClr val="526978"/>
                </a:solidFill>
                <a:latin typeface="Arial"/>
                <a:ea typeface="Arial"/>
                <a:cs typeface="Arial"/>
              </a:defRPr>
            </a:lvl1pPr>
            <a:lvl2pPr>
              <a:defRPr sz="1200" b="0">
                <a:solidFill>
                  <a:srgbClr val="526978"/>
                </a:solidFill>
                <a:latin typeface="Arial"/>
                <a:ea typeface="Arial"/>
                <a:cs typeface="Arial"/>
              </a:defRPr>
            </a:lvl2pPr>
            <a:lvl3pPr>
              <a:defRPr sz="1200" b="0">
                <a:solidFill>
                  <a:srgbClr val="526978"/>
                </a:solidFill>
                <a:latin typeface="Arial"/>
                <a:ea typeface="Arial"/>
                <a:cs typeface="Arial"/>
              </a:defRPr>
            </a:lvl3pPr>
            <a:lvl4pPr>
              <a:defRPr sz="1200" b="0">
                <a:solidFill>
                  <a:srgbClr val="526978"/>
                </a:solidFill>
                <a:latin typeface="Arial"/>
                <a:ea typeface="Arial"/>
                <a:cs typeface="Arial"/>
              </a:defRPr>
            </a:lvl4pPr>
            <a:lvl5pPr>
              <a:defRPr sz="1200" b="0">
                <a:solidFill>
                  <a:srgbClr val="526978"/>
                </a:solidFill>
                <a:latin typeface="Arial"/>
                <a:ea typeface="Arial"/>
                <a:cs typeface="Arial"/>
              </a:defRPr>
            </a:lvl5pPr>
            <a:lvl6pPr>
              <a:defRPr sz="1200" b="0">
                <a:solidFill>
                  <a:srgbClr val="526978"/>
                </a:solidFill>
                <a:latin typeface="Arial"/>
                <a:ea typeface="Arial"/>
                <a:cs typeface="Arial"/>
              </a:defRPr>
            </a:lvl6pPr>
            <a:lvl7pPr>
              <a:defRPr sz="1200" b="0">
                <a:solidFill>
                  <a:srgbClr val="526978"/>
                </a:solidFill>
                <a:latin typeface="Arial"/>
                <a:ea typeface="Arial"/>
                <a:cs typeface="Arial"/>
              </a:defRPr>
            </a:lvl7pPr>
            <a:lvl8pPr>
              <a:defRPr sz="1200" b="0">
                <a:solidFill>
                  <a:srgbClr val="526978"/>
                </a:solidFill>
                <a:latin typeface="Arial"/>
                <a:ea typeface="Arial"/>
                <a:cs typeface="Arial"/>
              </a:defRPr>
            </a:lvl8pPr>
            <a:lvl9pPr>
              <a:defRPr sz="1200" b="0">
                <a:solidFill>
                  <a:srgbClr val="526978"/>
                </a:solidFill>
                <a:latin typeface="Arial"/>
                <a:ea typeface="Arial"/>
                <a:cs typeface="Arial"/>
              </a:defRPr>
            </a:lvl9pPr>
          </a:lstStyle>
          <a:p xmlns:a="http://schemas.openxmlformats.org/drawingml/2006/main">
            <a:pPr>
              <a:defRPr sz="1200" b="0">
                <a:solidFill>
                  <a:srgbClr val="526978"/>
                </a:solidFill>
                <a:latin typeface="Arial"/>
                <a:ea typeface="Arial"/>
                <a:cs typeface="Arial"/>
              </a:defRPr>
            </a:pPr>
            <a:r>
              <a:rPr sz="1200" b="0">
                <a:solidFill>
                  <a:srgbClr val="526978"/>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9C954C36-0ECD-4209-8162-2551D429CC61}"/>
              </a:ext>
            </a:extLst>
          </p:cNvPr>
          <p:cNvSpPr>
            <a:spLocks xmlns:a="http://schemas.openxmlformats.org/drawingml/2006/main" noGrp="1"/>
          </p:cNvSpPr>
          <p:nvPr/>
        </p:nvSpPr>
        <p:spPr>
          <a:xfrm xmlns:a="http://schemas.openxmlformats.org/drawingml/2006/main">
            <a:off x="609600" y="2076450"/>
            <a:ext cx="338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87F8C"/>
                </a:solidFill>
                <a:latin typeface="Arial"/>
                <a:ea typeface="Arial"/>
                <a:cs typeface="Arial"/>
              </a:defRPr>
            </a:defPPr>
            <a:lvl1pPr>
              <a:defRPr sz="1575" b="1">
                <a:solidFill>
                  <a:srgbClr val="087F8C"/>
                </a:solidFill>
                <a:latin typeface="Arial"/>
                <a:ea typeface="Arial"/>
                <a:cs typeface="Arial"/>
              </a:defRPr>
            </a:lvl1pPr>
            <a:lvl2pPr>
              <a:defRPr sz="1575" b="1">
                <a:solidFill>
                  <a:srgbClr val="087F8C"/>
                </a:solidFill>
                <a:latin typeface="Arial"/>
                <a:ea typeface="Arial"/>
                <a:cs typeface="Arial"/>
              </a:defRPr>
            </a:lvl2pPr>
            <a:lvl3pPr>
              <a:defRPr sz="1575" b="1">
                <a:solidFill>
                  <a:srgbClr val="087F8C"/>
                </a:solidFill>
                <a:latin typeface="Arial"/>
                <a:ea typeface="Arial"/>
                <a:cs typeface="Arial"/>
              </a:defRPr>
            </a:lvl3pPr>
            <a:lvl4pPr>
              <a:defRPr sz="1575" b="1">
                <a:solidFill>
                  <a:srgbClr val="087F8C"/>
                </a:solidFill>
                <a:latin typeface="Arial"/>
                <a:ea typeface="Arial"/>
                <a:cs typeface="Arial"/>
              </a:defRPr>
            </a:lvl4pPr>
            <a:lvl5pPr>
              <a:defRPr sz="1575" b="1">
                <a:solidFill>
                  <a:srgbClr val="087F8C"/>
                </a:solidFill>
                <a:latin typeface="Arial"/>
                <a:ea typeface="Arial"/>
                <a:cs typeface="Arial"/>
              </a:defRPr>
            </a:lvl5pPr>
            <a:lvl6pPr>
              <a:defRPr sz="1575" b="1">
                <a:solidFill>
                  <a:srgbClr val="087F8C"/>
                </a:solidFill>
                <a:latin typeface="Arial"/>
                <a:ea typeface="Arial"/>
                <a:cs typeface="Arial"/>
              </a:defRPr>
            </a:lvl6pPr>
            <a:lvl7pPr>
              <a:defRPr sz="1575" b="1">
                <a:solidFill>
                  <a:srgbClr val="087F8C"/>
                </a:solidFill>
                <a:latin typeface="Arial"/>
                <a:ea typeface="Arial"/>
                <a:cs typeface="Arial"/>
              </a:defRPr>
            </a:lvl7pPr>
            <a:lvl8pPr>
              <a:defRPr sz="1575" b="1">
                <a:solidFill>
                  <a:srgbClr val="087F8C"/>
                </a:solidFill>
                <a:latin typeface="Arial"/>
                <a:ea typeface="Arial"/>
                <a:cs typeface="Arial"/>
              </a:defRPr>
            </a:lvl8pPr>
            <a:lvl9pPr>
              <a:defRPr sz="1575" b="1">
                <a:solidFill>
                  <a:srgbClr val="087F8C"/>
                </a:solidFill>
                <a:latin typeface="Arial"/>
                <a:ea typeface="Arial"/>
                <a:cs typeface="Arial"/>
              </a:defRPr>
            </a:lvl9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REQUESTER</a:t>
            </a:r>
          </a:p>
        </p:txBody>
      </p:sp>
      <p:sp>
        <p:nvSpPr>
          <p:cNvPr id="5" name="">
            <a:extLst xmlns:a="http://schemas.openxmlformats.org/drawingml/2006/main">
              <a:ext uri="{FF2B5EF4-FFF2-40B4-BE49-F238E27FC236}">
                <a16:creationId xmlns:a16="http://schemas.microsoft.com/office/drawing/2014/main" id="{E8779A31-4C26-47AD-8E30-440200DD25B1}"/>
              </a:ext>
            </a:extLst>
          </p:cNvPr>
          <p:cNvSpPr>
            <a:spLocks xmlns:a="http://schemas.openxmlformats.org/drawingml/2006/main" noGrp="1"/>
          </p:cNvSpPr>
          <p:nvPr/>
        </p:nvSpPr>
        <p:spPr>
          <a:xfrm xmlns:a="http://schemas.openxmlformats.org/drawingml/2006/main">
            <a:off x="609600" y="2628900"/>
            <a:ext cx="3381375"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BC61E6B-BB67-461E-BEDD-E1E2A9E9A49A}"/>
              </a:ext>
            </a:extLst>
          </p:cNvPr>
          <p:cNvSpPr>
            <a:spLocks xmlns:a="http://schemas.openxmlformats.org/drawingml/2006/main" noGrp="1"/>
          </p:cNvSpPr>
          <p:nvPr/>
        </p:nvSpPr>
        <p:spPr>
          <a:xfrm xmlns:a="http://schemas.openxmlformats.org/drawingml/2006/main">
            <a:off x="609600" y="300037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143247"/>
                </a:solidFill>
                <a:latin typeface="Arial"/>
                <a:ea typeface="Arial"/>
                <a:cs typeface="Arial"/>
              </a:defRPr>
            </a:defPPr>
            <a:lvl1pPr>
              <a:defRPr sz="2775" b="1">
                <a:solidFill>
                  <a:srgbClr val="143247"/>
                </a:solidFill>
                <a:latin typeface="Arial"/>
                <a:ea typeface="Arial"/>
                <a:cs typeface="Arial"/>
              </a:defRPr>
            </a:lvl1pPr>
            <a:lvl2pPr>
              <a:defRPr sz="2775" b="1">
                <a:solidFill>
                  <a:srgbClr val="143247"/>
                </a:solidFill>
                <a:latin typeface="Arial"/>
                <a:ea typeface="Arial"/>
                <a:cs typeface="Arial"/>
              </a:defRPr>
            </a:lvl2pPr>
            <a:lvl3pPr>
              <a:defRPr sz="2775" b="1">
                <a:solidFill>
                  <a:srgbClr val="143247"/>
                </a:solidFill>
                <a:latin typeface="Arial"/>
                <a:ea typeface="Arial"/>
                <a:cs typeface="Arial"/>
              </a:defRPr>
            </a:lvl3pPr>
            <a:lvl4pPr>
              <a:defRPr sz="2775" b="1">
                <a:solidFill>
                  <a:srgbClr val="143247"/>
                </a:solidFill>
                <a:latin typeface="Arial"/>
                <a:ea typeface="Arial"/>
                <a:cs typeface="Arial"/>
              </a:defRPr>
            </a:lvl4pPr>
            <a:lvl5pPr>
              <a:defRPr sz="2775" b="1">
                <a:solidFill>
                  <a:srgbClr val="143247"/>
                </a:solidFill>
                <a:latin typeface="Arial"/>
                <a:ea typeface="Arial"/>
                <a:cs typeface="Arial"/>
              </a:defRPr>
            </a:lvl5pPr>
            <a:lvl6pPr>
              <a:defRPr sz="2775" b="1">
                <a:solidFill>
                  <a:srgbClr val="143247"/>
                </a:solidFill>
                <a:latin typeface="Arial"/>
                <a:ea typeface="Arial"/>
                <a:cs typeface="Arial"/>
              </a:defRPr>
            </a:lvl6pPr>
            <a:lvl7pPr>
              <a:defRPr sz="2775" b="1">
                <a:solidFill>
                  <a:srgbClr val="143247"/>
                </a:solidFill>
                <a:latin typeface="Arial"/>
                <a:ea typeface="Arial"/>
                <a:cs typeface="Arial"/>
              </a:defRPr>
            </a:lvl7pPr>
            <a:lvl8pPr>
              <a:defRPr sz="2775" b="1">
                <a:solidFill>
                  <a:srgbClr val="143247"/>
                </a:solidFill>
                <a:latin typeface="Arial"/>
                <a:ea typeface="Arial"/>
                <a:cs typeface="Arial"/>
              </a:defRPr>
            </a:lvl8pPr>
            <a:lvl9pPr>
              <a:defRPr sz="2775" b="1">
                <a:solidFill>
                  <a:srgbClr val="143247"/>
                </a:solidFill>
                <a:latin typeface="Arial"/>
                <a:ea typeface="Arial"/>
                <a:cs typeface="Arial"/>
              </a:defRPr>
            </a:lvl9pPr>
          </a:lstStyle>
          <a:p xmlns:a="http://schemas.openxmlformats.org/drawingml/2006/main">
            <a:pPr>
              <a:defRPr sz="2775" b="1">
                <a:solidFill>
                  <a:srgbClr val="143247"/>
                </a:solidFill>
                <a:latin typeface="Arial"/>
                <a:ea typeface="Arial"/>
                <a:cs typeface="Arial"/>
              </a:defRPr>
            </a:pPr>
            <a:r>
              <a:rPr sz="2775" b="1">
                <a:solidFill>
                  <a:srgbClr val="143247"/>
                </a:solidFill>
                <a:latin typeface="Arial"/>
                <a:ea typeface="Arial"/>
                <a:cs typeface="Arial"/>
              </a:rPr>
              <a:t>Report the fault</a:t>
            </a:r>
          </a:p>
        </p:txBody>
      </p:sp>
      <p:sp>
        <p:nvSpPr>
          <p:cNvPr id="7" name="">
            <a:extLst xmlns:a="http://schemas.openxmlformats.org/drawingml/2006/main">
              <a:ext uri="{FF2B5EF4-FFF2-40B4-BE49-F238E27FC236}">
                <a16:creationId xmlns:a16="http://schemas.microsoft.com/office/drawing/2014/main" id="{9563A204-D3DC-4B10-BE5B-88A514877C3B}"/>
              </a:ext>
            </a:extLst>
          </p:cNvPr>
          <p:cNvSpPr>
            <a:spLocks xmlns:a="http://schemas.openxmlformats.org/drawingml/2006/main" noGrp="1"/>
          </p:cNvSpPr>
          <p:nvPr/>
        </p:nvSpPr>
        <p:spPr>
          <a:xfrm xmlns:a="http://schemas.openxmlformats.org/drawingml/2006/main">
            <a:off x="609600" y="4210050"/>
            <a:ext cx="3381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26978"/>
                </a:solidFill>
                <a:latin typeface="Arial"/>
                <a:ea typeface="Arial"/>
                <a:cs typeface="Arial"/>
              </a:defRPr>
            </a:defPPr>
            <a:lvl1pPr>
              <a:defRPr sz="2100" b="0">
                <a:solidFill>
                  <a:srgbClr val="526978"/>
                </a:solidFill>
                <a:latin typeface="Arial"/>
                <a:ea typeface="Arial"/>
                <a:cs typeface="Arial"/>
              </a:defRPr>
            </a:lvl1pPr>
            <a:lvl2pPr>
              <a:defRPr sz="2100" b="0">
                <a:solidFill>
                  <a:srgbClr val="526978"/>
                </a:solidFill>
                <a:latin typeface="Arial"/>
                <a:ea typeface="Arial"/>
                <a:cs typeface="Arial"/>
              </a:defRPr>
            </a:lvl2pPr>
            <a:lvl3pPr>
              <a:defRPr sz="2100" b="0">
                <a:solidFill>
                  <a:srgbClr val="526978"/>
                </a:solidFill>
                <a:latin typeface="Arial"/>
                <a:ea typeface="Arial"/>
                <a:cs typeface="Arial"/>
              </a:defRPr>
            </a:lvl3pPr>
            <a:lvl4pPr>
              <a:defRPr sz="2100" b="0">
                <a:solidFill>
                  <a:srgbClr val="526978"/>
                </a:solidFill>
                <a:latin typeface="Arial"/>
                <a:ea typeface="Arial"/>
                <a:cs typeface="Arial"/>
              </a:defRPr>
            </a:lvl4pPr>
            <a:lvl5pPr>
              <a:defRPr sz="2100" b="0">
                <a:solidFill>
                  <a:srgbClr val="526978"/>
                </a:solidFill>
                <a:latin typeface="Arial"/>
                <a:ea typeface="Arial"/>
                <a:cs typeface="Arial"/>
              </a:defRPr>
            </a:lvl5pPr>
            <a:lvl6pPr>
              <a:defRPr sz="2100" b="0">
                <a:solidFill>
                  <a:srgbClr val="526978"/>
                </a:solidFill>
                <a:latin typeface="Arial"/>
                <a:ea typeface="Arial"/>
                <a:cs typeface="Arial"/>
              </a:defRPr>
            </a:lvl6pPr>
            <a:lvl7pPr>
              <a:defRPr sz="2100" b="0">
                <a:solidFill>
                  <a:srgbClr val="526978"/>
                </a:solidFill>
                <a:latin typeface="Arial"/>
                <a:ea typeface="Arial"/>
                <a:cs typeface="Arial"/>
              </a:defRPr>
            </a:lvl7pPr>
            <a:lvl8pPr>
              <a:defRPr sz="2100" b="0">
                <a:solidFill>
                  <a:srgbClr val="526978"/>
                </a:solidFill>
                <a:latin typeface="Arial"/>
                <a:ea typeface="Arial"/>
                <a:cs typeface="Arial"/>
              </a:defRPr>
            </a:lvl8pPr>
            <a:lvl9pPr>
              <a:defRPr sz="2100" b="0">
                <a:solidFill>
                  <a:srgbClr val="526978"/>
                </a:solidFill>
                <a:latin typeface="Arial"/>
                <a:ea typeface="Arial"/>
                <a:cs typeface="Arial"/>
              </a:defRPr>
            </a:lvl9pPr>
          </a:lstStyle>
          <a:p xmlns:a="http://schemas.openxmlformats.org/drawingml/2006/main">
            <a:pPr>
              <a:defRPr sz="2100" b="0">
                <a:solidFill>
                  <a:srgbClr val="526978"/>
                </a:solidFill>
                <a:latin typeface="Arial"/>
                <a:ea typeface="Arial"/>
                <a:cs typeface="Arial"/>
              </a:defRPr>
            </a:pPr>
            <a:r>
              <a:rPr sz="2100" b="0">
                <a:solidFill>
                  <a:srgbClr val="526978"/>
                </a:solidFill>
                <a:latin typeface="Arial"/>
                <a:ea typeface="Arial"/>
                <a:cs typeface="Arial"/>
              </a:rPr>
              <a:t>Track own complaint</a:t>
            </a:r>
          </a:p>
          <a:p xmlns:a="http://schemas.openxmlformats.org/drawingml/2006/main">
            <a:pPr>
              <a:defRPr sz="2100" b="0">
                <a:solidFill>
                  <a:srgbClr val="526978"/>
                </a:solidFill>
                <a:latin typeface="Arial"/>
                <a:ea typeface="Arial"/>
                <a:cs typeface="Arial"/>
              </a:defRPr>
            </a:pPr>
            <a:r>
              <a:rPr sz="2100" b="0">
                <a:solidFill>
                  <a:srgbClr val="526978"/>
                </a:solidFill>
                <a:latin typeface="Arial"/>
                <a:ea typeface="Arial"/>
                <a:cs typeface="Arial"/>
              </a:rPr>
              <a:t>and add comments</a:t>
            </a:r>
          </a:p>
        </p:txBody>
      </p:sp>
      <p:sp>
        <p:nvSpPr>
          <p:cNvPr id="8" name="">
            <a:extLst xmlns:a="http://schemas.openxmlformats.org/drawingml/2006/main">
              <a:ext uri="{FF2B5EF4-FFF2-40B4-BE49-F238E27FC236}">
                <a16:creationId xmlns:a16="http://schemas.microsoft.com/office/drawing/2014/main" id="{42763E62-AE16-440F-8AEC-02E2A182165E}"/>
              </a:ext>
            </a:extLst>
          </p:cNvPr>
          <p:cNvSpPr>
            <a:spLocks xmlns:a="http://schemas.openxmlformats.org/drawingml/2006/main" noGrp="1"/>
          </p:cNvSpPr>
          <p:nvPr/>
        </p:nvSpPr>
        <p:spPr>
          <a:xfrm xmlns:a="http://schemas.openxmlformats.org/drawingml/2006/main">
            <a:off x="4381500" y="2076450"/>
            <a:ext cx="338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87F8C"/>
                </a:solidFill>
                <a:latin typeface="Arial"/>
                <a:ea typeface="Arial"/>
                <a:cs typeface="Arial"/>
              </a:defRPr>
            </a:defPPr>
            <a:lvl1pPr>
              <a:defRPr sz="1575" b="1">
                <a:solidFill>
                  <a:srgbClr val="087F8C"/>
                </a:solidFill>
                <a:latin typeface="Arial"/>
                <a:ea typeface="Arial"/>
                <a:cs typeface="Arial"/>
              </a:defRPr>
            </a:lvl1pPr>
            <a:lvl2pPr>
              <a:defRPr sz="1575" b="1">
                <a:solidFill>
                  <a:srgbClr val="087F8C"/>
                </a:solidFill>
                <a:latin typeface="Arial"/>
                <a:ea typeface="Arial"/>
                <a:cs typeface="Arial"/>
              </a:defRPr>
            </a:lvl2pPr>
            <a:lvl3pPr>
              <a:defRPr sz="1575" b="1">
                <a:solidFill>
                  <a:srgbClr val="087F8C"/>
                </a:solidFill>
                <a:latin typeface="Arial"/>
                <a:ea typeface="Arial"/>
                <a:cs typeface="Arial"/>
              </a:defRPr>
            </a:lvl3pPr>
            <a:lvl4pPr>
              <a:defRPr sz="1575" b="1">
                <a:solidFill>
                  <a:srgbClr val="087F8C"/>
                </a:solidFill>
                <a:latin typeface="Arial"/>
                <a:ea typeface="Arial"/>
                <a:cs typeface="Arial"/>
              </a:defRPr>
            </a:lvl4pPr>
            <a:lvl5pPr>
              <a:defRPr sz="1575" b="1">
                <a:solidFill>
                  <a:srgbClr val="087F8C"/>
                </a:solidFill>
                <a:latin typeface="Arial"/>
                <a:ea typeface="Arial"/>
                <a:cs typeface="Arial"/>
              </a:defRPr>
            </a:lvl5pPr>
            <a:lvl6pPr>
              <a:defRPr sz="1575" b="1">
                <a:solidFill>
                  <a:srgbClr val="087F8C"/>
                </a:solidFill>
                <a:latin typeface="Arial"/>
                <a:ea typeface="Arial"/>
                <a:cs typeface="Arial"/>
              </a:defRPr>
            </a:lvl6pPr>
            <a:lvl7pPr>
              <a:defRPr sz="1575" b="1">
                <a:solidFill>
                  <a:srgbClr val="087F8C"/>
                </a:solidFill>
                <a:latin typeface="Arial"/>
                <a:ea typeface="Arial"/>
                <a:cs typeface="Arial"/>
              </a:defRPr>
            </a:lvl7pPr>
            <a:lvl8pPr>
              <a:defRPr sz="1575" b="1">
                <a:solidFill>
                  <a:srgbClr val="087F8C"/>
                </a:solidFill>
                <a:latin typeface="Arial"/>
                <a:ea typeface="Arial"/>
                <a:cs typeface="Arial"/>
              </a:defRPr>
            </a:lvl8pPr>
            <a:lvl9pPr>
              <a:defRPr sz="1575" b="1">
                <a:solidFill>
                  <a:srgbClr val="087F8C"/>
                </a:solidFill>
                <a:latin typeface="Arial"/>
                <a:ea typeface="Arial"/>
                <a:cs typeface="Arial"/>
              </a:defRPr>
            </a:lvl9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TECHNICIAN</a:t>
            </a:r>
          </a:p>
        </p:txBody>
      </p:sp>
      <p:sp>
        <p:nvSpPr>
          <p:cNvPr id="9" name="">
            <a:extLst xmlns:a="http://schemas.openxmlformats.org/drawingml/2006/main">
              <a:ext uri="{FF2B5EF4-FFF2-40B4-BE49-F238E27FC236}">
                <a16:creationId xmlns:a16="http://schemas.microsoft.com/office/drawing/2014/main" id="{D7210954-84B9-44AC-927F-F50B4C0EA091}"/>
              </a:ext>
            </a:extLst>
          </p:cNvPr>
          <p:cNvSpPr>
            <a:spLocks xmlns:a="http://schemas.openxmlformats.org/drawingml/2006/main" noGrp="1"/>
          </p:cNvSpPr>
          <p:nvPr/>
        </p:nvSpPr>
        <p:spPr>
          <a:xfrm xmlns:a="http://schemas.openxmlformats.org/drawingml/2006/main">
            <a:off x="4381500" y="2628900"/>
            <a:ext cx="3381375"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968F8CC-1171-416A-A7D4-79022394D285}"/>
              </a:ext>
            </a:extLst>
          </p:cNvPr>
          <p:cNvSpPr>
            <a:spLocks xmlns:a="http://schemas.openxmlformats.org/drawingml/2006/main" noGrp="1"/>
          </p:cNvSpPr>
          <p:nvPr/>
        </p:nvSpPr>
        <p:spPr>
          <a:xfrm xmlns:a="http://schemas.openxmlformats.org/drawingml/2006/main">
            <a:off x="4381500" y="300037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143247"/>
                </a:solidFill>
                <a:latin typeface="Arial"/>
                <a:ea typeface="Arial"/>
                <a:cs typeface="Arial"/>
              </a:defRPr>
            </a:defPPr>
            <a:lvl1pPr>
              <a:defRPr sz="2775" b="1">
                <a:solidFill>
                  <a:srgbClr val="143247"/>
                </a:solidFill>
                <a:latin typeface="Arial"/>
                <a:ea typeface="Arial"/>
                <a:cs typeface="Arial"/>
              </a:defRPr>
            </a:lvl1pPr>
            <a:lvl2pPr>
              <a:defRPr sz="2775" b="1">
                <a:solidFill>
                  <a:srgbClr val="143247"/>
                </a:solidFill>
                <a:latin typeface="Arial"/>
                <a:ea typeface="Arial"/>
                <a:cs typeface="Arial"/>
              </a:defRPr>
            </a:lvl2pPr>
            <a:lvl3pPr>
              <a:defRPr sz="2775" b="1">
                <a:solidFill>
                  <a:srgbClr val="143247"/>
                </a:solidFill>
                <a:latin typeface="Arial"/>
                <a:ea typeface="Arial"/>
                <a:cs typeface="Arial"/>
              </a:defRPr>
            </a:lvl3pPr>
            <a:lvl4pPr>
              <a:defRPr sz="2775" b="1">
                <a:solidFill>
                  <a:srgbClr val="143247"/>
                </a:solidFill>
                <a:latin typeface="Arial"/>
                <a:ea typeface="Arial"/>
                <a:cs typeface="Arial"/>
              </a:defRPr>
            </a:lvl4pPr>
            <a:lvl5pPr>
              <a:defRPr sz="2775" b="1">
                <a:solidFill>
                  <a:srgbClr val="143247"/>
                </a:solidFill>
                <a:latin typeface="Arial"/>
                <a:ea typeface="Arial"/>
                <a:cs typeface="Arial"/>
              </a:defRPr>
            </a:lvl5pPr>
            <a:lvl6pPr>
              <a:defRPr sz="2775" b="1">
                <a:solidFill>
                  <a:srgbClr val="143247"/>
                </a:solidFill>
                <a:latin typeface="Arial"/>
                <a:ea typeface="Arial"/>
                <a:cs typeface="Arial"/>
              </a:defRPr>
            </a:lvl6pPr>
            <a:lvl7pPr>
              <a:defRPr sz="2775" b="1">
                <a:solidFill>
                  <a:srgbClr val="143247"/>
                </a:solidFill>
                <a:latin typeface="Arial"/>
                <a:ea typeface="Arial"/>
                <a:cs typeface="Arial"/>
              </a:defRPr>
            </a:lvl7pPr>
            <a:lvl8pPr>
              <a:defRPr sz="2775" b="1">
                <a:solidFill>
                  <a:srgbClr val="143247"/>
                </a:solidFill>
                <a:latin typeface="Arial"/>
                <a:ea typeface="Arial"/>
                <a:cs typeface="Arial"/>
              </a:defRPr>
            </a:lvl8pPr>
            <a:lvl9pPr>
              <a:defRPr sz="2775" b="1">
                <a:solidFill>
                  <a:srgbClr val="143247"/>
                </a:solidFill>
                <a:latin typeface="Arial"/>
                <a:ea typeface="Arial"/>
                <a:cs typeface="Arial"/>
              </a:defRPr>
            </a:lvl9pPr>
          </a:lstStyle>
          <a:p xmlns:a="http://schemas.openxmlformats.org/drawingml/2006/main">
            <a:pPr>
              <a:defRPr sz="2775" b="1">
                <a:solidFill>
                  <a:srgbClr val="143247"/>
                </a:solidFill>
                <a:latin typeface="Arial"/>
                <a:ea typeface="Arial"/>
                <a:cs typeface="Arial"/>
              </a:defRPr>
            </a:pPr>
            <a:r>
              <a:rPr sz="2775" b="1">
                <a:solidFill>
                  <a:srgbClr val="143247"/>
                </a:solidFill>
                <a:latin typeface="Arial"/>
                <a:ea typeface="Arial"/>
                <a:cs typeface="Arial"/>
              </a:rPr>
              <a:t>Perform the repair</a:t>
            </a:r>
          </a:p>
        </p:txBody>
      </p:sp>
      <p:sp>
        <p:nvSpPr>
          <p:cNvPr id="11" name="">
            <a:extLst xmlns:a="http://schemas.openxmlformats.org/drawingml/2006/main">
              <a:ext uri="{FF2B5EF4-FFF2-40B4-BE49-F238E27FC236}">
                <a16:creationId xmlns:a16="http://schemas.microsoft.com/office/drawing/2014/main" id="{B135D61A-E3BD-4415-A07C-D38586ECA9C8}"/>
              </a:ext>
            </a:extLst>
          </p:cNvPr>
          <p:cNvSpPr>
            <a:spLocks xmlns:a="http://schemas.openxmlformats.org/drawingml/2006/main" noGrp="1"/>
          </p:cNvSpPr>
          <p:nvPr/>
        </p:nvSpPr>
        <p:spPr>
          <a:xfrm xmlns:a="http://schemas.openxmlformats.org/drawingml/2006/main">
            <a:off x="4381500" y="4210050"/>
            <a:ext cx="3381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26978"/>
                </a:solidFill>
                <a:latin typeface="Arial"/>
                <a:ea typeface="Arial"/>
                <a:cs typeface="Arial"/>
              </a:defRPr>
            </a:defPPr>
            <a:lvl1pPr>
              <a:defRPr sz="2100" b="0">
                <a:solidFill>
                  <a:srgbClr val="526978"/>
                </a:solidFill>
                <a:latin typeface="Arial"/>
                <a:ea typeface="Arial"/>
                <a:cs typeface="Arial"/>
              </a:defRPr>
            </a:lvl1pPr>
            <a:lvl2pPr>
              <a:defRPr sz="2100" b="0">
                <a:solidFill>
                  <a:srgbClr val="526978"/>
                </a:solidFill>
                <a:latin typeface="Arial"/>
                <a:ea typeface="Arial"/>
                <a:cs typeface="Arial"/>
              </a:defRPr>
            </a:lvl2pPr>
            <a:lvl3pPr>
              <a:defRPr sz="2100" b="0">
                <a:solidFill>
                  <a:srgbClr val="526978"/>
                </a:solidFill>
                <a:latin typeface="Arial"/>
                <a:ea typeface="Arial"/>
                <a:cs typeface="Arial"/>
              </a:defRPr>
            </a:lvl3pPr>
            <a:lvl4pPr>
              <a:defRPr sz="2100" b="0">
                <a:solidFill>
                  <a:srgbClr val="526978"/>
                </a:solidFill>
                <a:latin typeface="Arial"/>
                <a:ea typeface="Arial"/>
                <a:cs typeface="Arial"/>
              </a:defRPr>
            </a:lvl4pPr>
            <a:lvl5pPr>
              <a:defRPr sz="2100" b="0">
                <a:solidFill>
                  <a:srgbClr val="526978"/>
                </a:solidFill>
                <a:latin typeface="Arial"/>
                <a:ea typeface="Arial"/>
                <a:cs typeface="Arial"/>
              </a:defRPr>
            </a:lvl5pPr>
            <a:lvl6pPr>
              <a:defRPr sz="2100" b="0">
                <a:solidFill>
                  <a:srgbClr val="526978"/>
                </a:solidFill>
                <a:latin typeface="Arial"/>
                <a:ea typeface="Arial"/>
                <a:cs typeface="Arial"/>
              </a:defRPr>
            </a:lvl6pPr>
            <a:lvl7pPr>
              <a:defRPr sz="2100" b="0">
                <a:solidFill>
                  <a:srgbClr val="526978"/>
                </a:solidFill>
                <a:latin typeface="Arial"/>
                <a:ea typeface="Arial"/>
                <a:cs typeface="Arial"/>
              </a:defRPr>
            </a:lvl7pPr>
            <a:lvl8pPr>
              <a:defRPr sz="2100" b="0">
                <a:solidFill>
                  <a:srgbClr val="526978"/>
                </a:solidFill>
                <a:latin typeface="Arial"/>
                <a:ea typeface="Arial"/>
                <a:cs typeface="Arial"/>
              </a:defRPr>
            </a:lvl8pPr>
            <a:lvl9pPr>
              <a:defRPr sz="2100" b="0">
                <a:solidFill>
                  <a:srgbClr val="526978"/>
                </a:solidFill>
                <a:latin typeface="Arial"/>
                <a:ea typeface="Arial"/>
                <a:cs typeface="Arial"/>
              </a:defRPr>
            </a:lvl9pPr>
          </a:lstStyle>
          <a:p xmlns:a="http://schemas.openxmlformats.org/drawingml/2006/main">
            <a:pPr>
              <a:defRPr sz="2100" b="0">
                <a:solidFill>
                  <a:srgbClr val="526978"/>
                </a:solidFill>
                <a:latin typeface="Arial"/>
                <a:ea typeface="Arial"/>
                <a:cs typeface="Arial"/>
              </a:defRPr>
            </a:pPr>
            <a:r>
              <a:rPr sz="2100" b="0">
                <a:solidFill>
                  <a:srgbClr val="526978"/>
                </a:solidFill>
                <a:latin typeface="Arial"/>
                <a:ea typeface="Arial"/>
                <a:cs typeface="Arial"/>
              </a:rPr>
              <a:t>Submit work and</a:t>
            </a:r>
          </a:p>
          <a:p xmlns:a="http://schemas.openxmlformats.org/drawingml/2006/main">
            <a:pPr>
              <a:defRPr sz="2100" b="0">
                <a:solidFill>
                  <a:srgbClr val="526978"/>
                </a:solidFill>
                <a:latin typeface="Arial"/>
                <a:ea typeface="Arial"/>
                <a:cs typeface="Arial"/>
              </a:defRPr>
            </a:pPr>
            <a:r>
              <a:rPr sz="2100" b="0">
                <a:solidFill>
                  <a:srgbClr val="526978"/>
                </a:solidFill>
                <a:latin typeface="Arial"/>
                <a:ea typeface="Arial"/>
                <a:cs typeface="Arial"/>
              </a:rPr>
              <a:t>correct returned repairs</a:t>
            </a:r>
          </a:p>
        </p:txBody>
      </p:sp>
      <p:sp>
        <p:nvSpPr>
          <p:cNvPr id="12" name="">
            <a:extLst xmlns:a="http://schemas.openxmlformats.org/drawingml/2006/main">
              <a:ext uri="{FF2B5EF4-FFF2-40B4-BE49-F238E27FC236}">
                <a16:creationId xmlns:a16="http://schemas.microsoft.com/office/drawing/2014/main" id="{D2765C7C-A5D3-4349-8EF4-162C2811A646}"/>
              </a:ext>
            </a:extLst>
          </p:cNvPr>
          <p:cNvSpPr>
            <a:spLocks xmlns:a="http://schemas.openxmlformats.org/drawingml/2006/main" noGrp="1"/>
          </p:cNvSpPr>
          <p:nvPr/>
        </p:nvSpPr>
        <p:spPr>
          <a:xfrm xmlns:a="http://schemas.openxmlformats.org/drawingml/2006/main">
            <a:off x="8153400" y="2076450"/>
            <a:ext cx="338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87F8C"/>
                </a:solidFill>
                <a:latin typeface="Arial"/>
                <a:ea typeface="Arial"/>
                <a:cs typeface="Arial"/>
              </a:defRPr>
            </a:defPPr>
            <a:lvl1pPr>
              <a:defRPr sz="1575" b="1">
                <a:solidFill>
                  <a:srgbClr val="087F8C"/>
                </a:solidFill>
                <a:latin typeface="Arial"/>
                <a:ea typeface="Arial"/>
                <a:cs typeface="Arial"/>
              </a:defRPr>
            </a:lvl1pPr>
            <a:lvl2pPr>
              <a:defRPr sz="1575" b="1">
                <a:solidFill>
                  <a:srgbClr val="087F8C"/>
                </a:solidFill>
                <a:latin typeface="Arial"/>
                <a:ea typeface="Arial"/>
                <a:cs typeface="Arial"/>
              </a:defRPr>
            </a:lvl2pPr>
            <a:lvl3pPr>
              <a:defRPr sz="1575" b="1">
                <a:solidFill>
                  <a:srgbClr val="087F8C"/>
                </a:solidFill>
                <a:latin typeface="Arial"/>
                <a:ea typeface="Arial"/>
                <a:cs typeface="Arial"/>
              </a:defRPr>
            </a:lvl3pPr>
            <a:lvl4pPr>
              <a:defRPr sz="1575" b="1">
                <a:solidFill>
                  <a:srgbClr val="087F8C"/>
                </a:solidFill>
                <a:latin typeface="Arial"/>
                <a:ea typeface="Arial"/>
                <a:cs typeface="Arial"/>
              </a:defRPr>
            </a:lvl4pPr>
            <a:lvl5pPr>
              <a:defRPr sz="1575" b="1">
                <a:solidFill>
                  <a:srgbClr val="087F8C"/>
                </a:solidFill>
                <a:latin typeface="Arial"/>
                <a:ea typeface="Arial"/>
                <a:cs typeface="Arial"/>
              </a:defRPr>
            </a:lvl5pPr>
            <a:lvl6pPr>
              <a:defRPr sz="1575" b="1">
                <a:solidFill>
                  <a:srgbClr val="087F8C"/>
                </a:solidFill>
                <a:latin typeface="Arial"/>
                <a:ea typeface="Arial"/>
                <a:cs typeface="Arial"/>
              </a:defRPr>
            </a:lvl6pPr>
            <a:lvl7pPr>
              <a:defRPr sz="1575" b="1">
                <a:solidFill>
                  <a:srgbClr val="087F8C"/>
                </a:solidFill>
                <a:latin typeface="Arial"/>
                <a:ea typeface="Arial"/>
                <a:cs typeface="Arial"/>
              </a:defRPr>
            </a:lvl7pPr>
            <a:lvl8pPr>
              <a:defRPr sz="1575" b="1">
                <a:solidFill>
                  <a:srgbClr val="087F8C"/>
                </a:solidFill>
                <a:latin typeface="Arial"/>
                <a:ea typeface="Arial"/>
                <a:cs typeface="Arial"/>
              </a:defRPr>
            </a:lvl8pPr>
            <a:lvl9pPr>
              <a:defRPr sz="1575" b="1">
                <a:solidFill>
                  <a:srgbClr val="087F8C"/>
                </a:solidFill>
                <a:latin typeface="Arial"/>
                <a:ea typeface="Arial"/>
                <a:cs typeface="Arial"/>
              </a:defRPr>
            </a:lvl9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ADMINISTRATOR</a:t>
            </a:r>
          </a:p>
        </p:txBody>
      </p:sp>
      <p:sp>
        <p:nvSpPr>
          <p:cNvPr id="13" name="">
            <a:extLst xmlns:a="http://schemas.openxmlformats.org/drawingml/2006/main">
              <a:ext uri="{FF2B5EF4-FFF2-40B4-BE49-F238E27FC236}">
                <a16:creationId xmlns:a16="http://schemas.microsoft.com/office/drawing/2014/main" id="{2005330C-A19D-487A-8B5C-52187424CF71}"/>
              </a:ext>
            </a:extLst>
          </p:cNvPr>
          <p:cNvSpPr>
            <a:spLocks xmlns:a="http://schemas.openxmlformats.org/drawingml/2006/main" noGrp="1"/>
          </p:cNvSpPr>
          <p:nvPr/>
        </p:nvSpPr>
        <p:spPr>
          <a:xfrm xmlns:a="http://schemas.openxmlformats.org/drawingml/2006/main">
            <a:off x="8153400" y="2628900"/>
            <a:ext cx="3381375"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075B587-8622-49C9-A790-39B1D838077C}"/>
              </a:ext>
            </a:extLst>
          </p:cNvPr>
          <p:cNvSpPr>
            <a:spLocks xmlns:a="http://schemas.openxmlformats.org/drawingml/2006/main" noGrp="1"/>
          </p:cNvSpPr>
          <p:nvPr/>
        </p:nvSpPr>
        <p:spPr>
          <a:xfrm xmlns:a="http://schemas.openxmlformats.org/drawingml/2006/main">
            <a:off x="8153400" y="300037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143247"/>
                </a:solidFill>
                <a:latin typeface="Arial"/>
                <a:ea typeface="Arial"/>
                <a:cs typeface="Arial"/>
              </a:defRPr>
            </a:defPPr>
            <a:lvl1pPr>
              <a:defRPr sz="2775" b="1">
                <a:solidFill>
                  <a:srgbClr val="143247"/>
                </a:solidFill>
                <a:latin typeface="Arial"/>
                <a:ea typeface="Arial"/>
                <a:cs typeface="Arial"/>
              </a:defRPr>
            </a:lvl1pPr>
            <a:lvl2pPr>
              <a:defRPr sz="2775" b="1">
                <a:solidFill>
                  <a:srgbClr val="143247"/>
                </a:solidFill>
                <a:latin typeface="Arial"/>
                <a:ea typeface="Arial"/>
                <a:cs typeface="Arial"/>
              </a:defRPr>
            </a:lvl2pPr>
            <a:lvl3pPr>
              <a:defRPr sz="2775" b="1">
                <a:solidFill>
                  <a:srgbClr val="143247"/>
                </a:solidFill>
                <a:latin typeface="Arial"/>
                <a:ea typeface="Arial"/>
                <a:cs typeface="Arial"/>
              </a:defRPr>
            </a:lvl3pPr>
            <a:lvl4pPr>
              <a:defRPr sz="2775" b="1">
                <a:solidFill>
                  <a:srgbClr val="143247"/>
                </a:solidFill>
                <a:latin typeface="Arial"/>
                <a:ea typeface="Arial"/>
                <a:cs typeface="Arial"/>
              </a:defRPr>
            </a:lvl4pPr>
            <a:lvl5pPr>
              <a:defRPr sz="2775" b="1">
                <a:solidFill>
                  <a:srgbClr val="143247"/>
                </a:solidFill>
                <a:latin typeface="Arial"/>
                <a:ea typeface="Arial"/>
                <a:cs typeface="Arial"/>
              </a:defRPr>
            </a:lvl5pPr>
            <a:lvl6pPr>
              <a:defRPr sz="2775" b="1">
                <a:solidFill>
                  <a:srgbClr val="143247"/>
                </a:solidFill>
                <a:latin typeface="Arial"/>
                <a:ea typeface="Arial"/>
                <a:cs typeface="Arial"/>
              </a:defRPr>
            </a:lvl6pPr>
            <a:lvl7pPr>
              <a:defRPr sz="2775" b="1">
                <a:solidFill>
                  <a:srgbClr val="143247"/>
                </a:solidFill>
                <a:latin typeface="Arial"/>
                <a:ea typeface="Arial"/>
                <a:cs typeface="Arial"/>
              </a:defRPr>
            </a:lvl7pPr>
            <a:lvl8pPr>
              <a:defRPr sz="2775" b="1">
                <a:solidFill>
                  <a:srgbClr val="143247"/>
                </a:solidFill>
                <a:latin typeface="Arial"/>
                <a:ea typeface="Arial"/>
                <a:cs typeface="Arial"/>
              </a:defRPr>
            </a:lvl8pPr>
            <a:lvl9pPr>
              <a:defRPr sz="2775" b="1">
                <a:solidFill>
                  <a:srgbClr val="143247"/>
                </a:solidFill>
                <a:latin typeface="Arial"/>
                <a:ea typeface="Arial"/>
                <a:cs typeface="Arial"/>
              </a:defRPr>
            </a:lvl9pPr>
          </a:lstStyle>
          <a:p xmlns:a="http://schemas.openxmlformats.org/drawingml/2006/main">
            <a:pPr>
              <a:defRPr sz="2775" b="1">
                <a:solidFill>
                  <a:srgbClr val="143247"/>
                </a:solidFill>
                <a:latin typeface="Arial"/>
                <a:ea typeface="Arial"/>
                <a:cs typeface="Arial"/>
              </a:defRPr>
            </a:pPr>
            <a:r>
              <a:rPr sz="2775" b="1">
                <a:solidFill>
                  <a:srgbClr val="143247"/>
                </a:solidFill>
                <a:latin typeface="Arial"/>
                <a:ea typeface="Arial"/>
                <a:cs typeface="Arial"/>
              </a:rPr>
              <a:t>Review and verify</a:t>
            </a:r>
          </a:p>
        </p:txBody>
      </p:sp>
      <p:sp>
        <p:nvSpPr>
          <p:cNvPr id="15" name="">
            <a:extLst xmlns:a="http://schemas.openxmlformats.org/drawingml/2006/main">
              <a:ext uri="{FF2B5EF4-FFF2-40B4-BE49-F238E27FC236}">
                <a16:creationId xmlns:a16="http://schemas.microsoft.com/office/drawing/2014/main" id="{47A8AABD-2B7F-4E6A-A681-BEEBE00E39A2}"/>
              </a:ext>
            </a:extLst>
          </p:cNvPr>
          <p:cNvSpPr>
            <a:spLocks xmlns:a="http://schemas.openxmlformats.org/drawingml/2006/main" noGrp="1"/>
          </p:cNvSpPr>
          <p:nvPr/>
        </p:nvSpPr>
        <p:spPr>
          <a:xfrm xmlns:a="http://schemas.openxmlformats.org/drawingml/2006/main">
            <a:off x="8153400" y="4210050"/>
            <a:ext cx="3381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26978"/>
                </a:solidFill>
                <a:latin typeface="Arial"/>
                <a:ea typeface="Arial"/>
                <a:cs typeface="Arial"/>
              </a:defRPr>
            </a:defPPr>
            <a:lvl1pPr>
              <a:defRPr sz="2100" b="0">
                <a:solidFill>
                  <a:srgbClr val="526978"/>
                </a:solidFill>
                <a:latin typeface="Arial"/>
                <a:ea typeface="Arial"/>
                <a:cs typeface="Arial"/>
              </a:defRPr>
            </a:lvl1pPr>
            <a:lvl2pPr>
              <a:defRPr sz="2100" b="0">
                <a:solidFill>
                  <a:srgbClr val="526978"/>
                </a:solidFill>
                <a:latin typeface="Arial"/>
                <a:ea typeface="Arial"/>
                <a:cs typeface="Arial"/>
              </a:defRPr>
            </a:lvl2pPr>
            <a:lvl3pPr>
              <a:defRPr sz="2100" b="0">
                <a:solidFill>
                  <a:srgbClr val="526978"/>
                </a:solidFill>
                <a:latin typeface="Arial"/>
                <a:ea typeface="Arial"/>
                <a:cs typeface="Arial"/>
              </a:defRPr>
            </a:lvl3pPr>
            <a:lvl4pPr>
              <a:defRPr sz="2100" b="0">
                <a:solidFill>
                  <a:srgbClr val="526978"/>
                </a:solidFill>
                <a:latin typeface="Arial"/>
                <a:ea typeface="Arial"/>
                <a:cs typeface="Arial"/>
              </a:defRPr>
            </a:lvl4pPr>
            <a:lvl5pPr>
              <a:defRPr sz="2100" b="0">
                <a:solidFill>
                  <a:srgbClr val="526978"/>
                </a:solidFill>
                <a:latin typeface="Arial"/>
                <a:ea typeface="Arial"/>
                <a:cs typeface="Arial"/>
              </a:defRPr>
            </a:lvl5pPr>
            <a:lvl6pPr>
              <a:defRPr sz="2100" b="0">
                <a:solidFill>
                  <a:srgbClr val="526978"/>
                </a:solidFill>
                <a:latin typeface="Arial"/>
                <a:ea typeface="Arial"/>
                <a:cs typeface="Arial"/>
              </a:defRPr>
            </a:lvl6pPr>
            <a:lvl7pPr>
              <a:defRPr sz="2100" b="0">
                <a:solidFill>
                  <a:srgbClr val="526978"/>
                </a:solidFill>
                <a:latin typeface="Arial"/>
                <a:ea typeface="Arial"/>
                <a:cs typeface="Arial"/>
              </a:defRPr>
            </a:lvl7pPr>
            <a:lvl8pPr>
              <a:defRPr sz="2100" b="0">
                <a:solidFill>
                  <a:srgbClr val="526978"/>
                </a:solidFill>
                <a:latin typeface="Arial"/>
                <a:ea typeface="Arial"/>
                <a:cs typeface="Arial"/>
              </a:defRPr>
            </a:lvl8pPr>
            <a:lvl9pPr>
              <a:defRPr sz="2100" b="0">
                <a:solidFill>
                  <a:srgbClr val="526978"/>
                </a:solidFill>
                <a:latin typeface="Arial"/>
                <a:ea typeface="Arial"/>
                <a:cs typeface="Arial"/>
              </a:defRPr>
            </a:lvl9pPr>
          </a:lstStyle>
          <a:p xmlns:a="http://schemas.openxmlformats.org/drawingml/2006/main">
            <a:pPr>
              <a:defRPr sz="2100" b="0">
                <a:solidFill>
                  <a:srgbClr val="526978"/>
                </a:solidFill>
                <a:latin typeface="Arial"/>
                <a:ea typeface="Arial"/>
                <a:cs typeface="Arial"/>
              </a:defRPr>
            </a:pPr>
            <a:r>
              <a:rPr sz="2100" b="0">
                <a:solidFill>
                  <a:srgbClr val="526978"/>
                </a:solidFill>
                <a:latin typeface="Arial"/>
                <a:ea typeface="Arial"/>
                <a:cs typeface="Arial"/>
              </a:rPr>
              <a:t>Assign technicians and</a:t>
            </a:r>
          </a:p>
          <a:p xmlns:a="http://schemas.openxmlformats.org/drawingml/2006/main">
            <a:pPr>
              <a:defRPr sz="2100" b="0">
                <a:solidFill>
                  <a:srgbClr val="526978"/>
                </a:solidFill>
                <a:latin typeface="Arial"/>
                <a:ea typeface="Arial"/>
                <a:cs typeface="Arial"/>
              </a:defRPr>
            </a:pPr>
            <a:r>
              <a:rPr sz="2100" b="0">
                <a:solidFill>
                  <a:srgbClr val="526978"/>
                </a:solidFill>
                <a:latin typeface="Arial"/>
                <a:ea typeface="Arial"/>
                <a:cs typeface="Arial"/>
              </a:rPr>
              <a:t>accept the final result</a:t>
            </a:r>
          </a:p>
        </p:txBody>
      </p:sp>
      <p:sp>
        <p:nvSpPr>
          <p:cNvPr id="16" name="">
            <a:extLst xmlns:a="http://schemas.openxmlformats.org/drawingml/2006/main">
              <a:ext uri="{FF2B5EF4-FFF2-40B4-BE49-F238E27FC236}">
                <a16:creationId xmlns:a16="http://schemas.microsoft.com/office/drawing/2014/main" id="{95AA038C-6012-418D-AC7B-B82EDADFC5D2}"/>
              </a:ext>
            </a:extLst>
          </p:cNvPr>
          <p:cNvSpPr>
            <a:spLocks xmlns:a="http://schemas.openxmlformats.org/drawingml/2006/main" noGrp="1"/>
          </p:cNvSpPr>
          <p:nvPr/>
        </p:nvSpPr>
        <p:spPr>
          <a:xfrm xmlns:a="http://schemas.openxmlformats.org/drawingml/2006/main">
            <a:off x="609600" y="5705475"/>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3247"/>
                </a:solidFill>
                <a:latin typeface="Arial"/>
                <a:ea typeface="Arial"/>
                <a:cs typeface="Arial"/>
              </a:defRPr>
            </a:defPPr>
            <a:lvl1pPr>
              <a:defRPr sz="1800" b="0">
                <a:solidFill>
                  <a:srgbClr val="143247"/>
                </a:solidFill>
                <a:latin typeface="Arial"/>
                <a:ea typeface="Arial"/>
                <a:cs typeface="Arial"/>
              </a:defRPr>
            </a:lvl1pPr>
            <a:lvl2pPr>
              <a:defRPr sz="1800" b="0">
                <a:solidFill>
                  <a:srgbClr val="143247"/>
                </a:solidFill>
                <a:latin typeface="Arial"/>
                <a:ea typeface="Arial"/>
                <a:cs typeface="Arial"/>
              </a:defRPr>
            </a:lvl2pPr>
            <a:lvl3pPr>
              <a:defRPr sz="1800" b="0">
                <a:solidFill>
                  <a:srgbClr val="143247"/>
                </a:solidFill>
                <a:latin typeface="Arial"/>
                <a:ea typeface="Arial"/>
                <a:cs typeface="Arial"/>
              </a:defRPr>
            </a:lvl3pPr>
            <a:lvl4pPr>
              <a:defRPr sz="1800" b="0">
                <a:solidFill>
                  <a:srgbClr val="143247"/>
                </a:solidFill>
                <a:latin typeface="Arial"/>
                <a:ea typeface="Arial"/>
                <a:cs typeface="Arial"/>
              </a:defRPr>
            </a:lvl4pPr>
            <a:lvl5pPr>
              <a:defRPr sz="1800" b="0">
                <a:solidFill>
                  <a:srgbClr val="143247"/>
                </a:solidFill>
                <a:latin typeface="Arial"/>
                <a:ea typeface="Arial"/>
                <a:cs typeface="Arial"/>
              </a:defRPr>
            </a:lvl5pPr>
            <a:lvl6pPr>
              <a:defRPr sz="1800" b="0">
                <a:solidFill>
                  <a:srgbClr val="143247"/>
                </a:solidFill>
                <a:latin typeface="Arial"/>
                <a:ea typeface="Arial"/>
                <a:cs typeface="Arial"/>
              </a:defRPr>
            </a:lvl6pPr>
            <a:lvl7pPr>
              <a:defRPr sz="1800" b="0">
                <a:solidFill>
                  <a:srgbClr val="143247"/>
                </a:solidFill>
                <a:latin typeface="Arial"/>
                <a:ea typeface="Arial"/>
                <a:cs typeface="Arial"/>
              </a:defRPr>
            </a:lvl7pPr>
            <a:lvl8pPr>
              <a:defRPr sz="1800" b="0">
                <a:solidFill>
                  <a:srgbClr val="143247"/>
                </a:solidFill>
                <a:latin typeface="Arial"/>
                <a:ea typeface="Arial"/>
                <a:cs typeface="Arial"/>
              </a:defRPr>
            </a:lvl8pPr>
            <a:lvl9pPr>
              <a:defRPr sz="1800" b="0">
                <a:solidFill>
                  <a:srgbClr val="143247"/>
                </a:solidFill>
                <a:latin typeface="Arial"/>
                <a:ea typeface="Arial"/>
                <a:cs typeface="Arial"/>
              </a:defRPr>
            </a:lvl9pPr>
          </a:lstStyle>
          <a:p xmlns:a="http://schemas.openxmlformats.org/drawingml/2006/main">
            <a:pPr>
              <a:defRPr sz="1800" b="0">
                <a:solidFill>
                  <a:srgbClr val="143247"/>
                </a:solidFill>
                <a:latin typeface="Arial"/>
                <a:ea typeface="Arial"/>
                <a:cs typeface="Arial"/>
              </a:defRPr>
            </a:pPr>
            <a:r>
              <a:rPr sz="1800" b="0">
                <a:solidFill>
                  <a:srgbClr val="143247"/>
                </a:solidFill>
                <a:latin typeface="Arial"/>
                <a:ea typeface="Arial"/>
                <a:cs typeface="Arial"/>
              </a:rPr>
              <a:t>Also supported: inspections, safety holds, preventive schedules and account management</a:t>
            </a:r>
          </a:p>
        </p:txBody>
      </p:sp>
    </p:spTree>
    <p:extLst>
      <p:ext uri="{BB962C8B-B14F-4D97-AF65-F5344CB8AC3E}">
        <p14:creationId xmlns:p14="http://schemas.microsoft.com/office/powerpoint/2010/main" val="13628428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0583C2F-E47A-4CBA-8ACB-7E1BEC26BDA9}"/>
              </a:ext>
            </a:extLst>
          </p:cNvPr>
          <p:cNvSpPr>
            <a:spLocks xmlns:a="http://schemas.openxmlformats.org/drawingml/2006/main" noGrp="1"/>
          </p:cNvSpPr>
          <p:nvPr/>
        </p:nvSpPr>
        <p:spPr>
          <a:xfrm xmlns:a="http://schemas.openxmlformats.org/drawingml/2006/main">
            <a:off x="609600" y="457200"/>
            <a:ext cx="523875"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D973CA-5F3B-4A44-89FB-04746019660B}"/>
              </a:ext>
            </a:extLst>
          </p:cNvPr>
          <p:cNvSpPr>
            <a:spLocks xmlns:a="http://schemas.openxmlformats.org/drawingml/2006/main" noGrp="1"/>
          </p:cNvSpPr>
          <p:nvPr/>
        </p:nvSpPr>
        <p:spPr>
          <a:xfrm xmlns:a="http://schemas.openxmlformats.org/drawingml/2006/main">
            <a:off x="609600" y="7905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43247"/>
                </a:solidFill>
                <a:latin typeface="Arial"/>
                <a:ea typeface="Arial"/>
                <a:cs typeface="Arial"/>
              </a:defRPr>
            </a:defPPr>
            <a:lvl1pPr>
              <a:defRPr sz="3225" b="1">
                <a:solidFill>
                  <a:srgbClr val="143247"/>
                </a:solidFill>
                <a:latin typeface="Arial"/>
                <a:ea typeface="Arial"/>
                <a:cs typeface="Arial"/>
              </a:defRPr>
            </a:lvl1pPr>
            <a:lvl2pPr>
              <a:defRPr sz="3225" b="1">
                <a:solidFill>
                  <a:srgbClr val="143247"/>
                </a:solidFill>
                <a:latin typeface="Arial"/>
                <a:ea typeface="Arial"/>
                <a:cs typeface="Arial"/>
              </a:defRPr>
            </a:lvl2pPr>
            <a:lvl3pPr>
              <a:defRPr sz="3225" b="1">
                <a:solidFill>
                  <a:srgbClr val="143247"/>
                </a:solidFill>
                <a:latin typeface="Arial"/>
                <a:ea typeface="Arial"/>
                <a:cs typeface="Arial"/>
              </a:defRPr>
            </a:lvl3pPr>
            <a:lvl4pPr>
              <a:defRPr sz="3225" b="1">
                <a:solidFill>
                  <a:srgbClr val="143247"/>
                </a:solidFill>
                <a:latin typeface="Arial"/>
                <a:ea typeface="Arial"/>
                <a:cs typeface="Arial"/>
              </a:defRPr>
            </a:lvl4pPr>
            <a:lvl5pPr>
              <a:defRPr sz="3225" b="1">
                <a:solidFill>
                  <a:srgbClr val="143247"/>
                </a:solidFill>
                <a:latin typeface="Arial"/>
                <a:ea typeface="Arial"/>
                <a:cs typeface="Arial"/>
              </a:defRPr>
            </a:lvl5pPr>
            <a:lvl6pPr>
              <a:defRPr sz="3225" b="1">
                <a:solidFill>
                  <a:srgbClr val="143247"/>
                </a:solidFill>
                <a:latin typeface="Arial"/>
                <a:ea typeface="Arial"/>
                <a:cs typeface="Arial"/>
              </a:defRPr>
            </a:lvl6pPr>
            <a:lvl7pPr>
              <a:defRPr sz="3225" b="1">
                <a:solidFill>
                  <a:srgbClr val="143247"/>
                </a:solidFill>
                <a:latin typeface="Arial"/>
                <a:ea typeface="Arial"/>
                <a:cs typeface="Arial"/>
              </a:defRPr>
            </a:lvl7pPr>
            <a:lvl8pPr>
              <a:defRPr sz="3225" b="1">
                <a:solidFill>
                  <a:srgbClr val="143247"/>
                </a:solidFill>
                <a:latin typeface="Arial"/>
                <a:ea typeface="Arial"/>
                <a:cs typeface="Arial"/>
              </a:defRPr>
            </a:lvl8pPr>
            <a:lvl9pPr>
              <a:defRPr sz="3225" b="1">
                <a:solidFill>
                  <a:srgbClr val="143247"/>
                </a:solidFill>
                <a:latin typeface="Arial"/>
                <a:ea typeface="Arial"/>
                <a:cs typeface="Arial"/>
              </a:defRPr>
            </a:lvl9pPr>
          </a:lstStyle>
          <a:p xmlns:a="http://schemas.openxmlformats.org/drawingml/2006/main">
            <a:pPr>
              <a:defRPr sz="3225" b="1">
                <a:solidFill>
                  <a:srgbClr val="143247"/>
                </a:solidFill>
                <a:latin typeface="Arial"/>
                <a:ea typeface="Arial"/>
                <a:cs typeface="Arial"/>
              </a:defRPr>
            </a:pPr>
            <a:r>
              <a:rPr sz="3225" b="1">
                <a:solidFill>
                  <a:srgbClr val="143247"/>
                </a:solidFill>
                <a:latin typeface="Arial"/>
                <a:ea typeface="Arial"/>
                <a:cs typeface="Arial"/>
              </a:rPr>
              <a:t>A fault becomes a verified repair</a:t>
            </a:r>
          </a:p>
        </p:txBody>
      </p:sp>
      <p:sp>
        <p:nvSpPr>
          <p:cNvPr id="3" name="">
            <a:extLst xmlns:a="http://schemas.openxmlformats.org/drawingml/2006/main">
              <a:ext uri="{FF2B5EF4-FFF2-40B4-BE49-F238E27FC236}">
                <a16:creationId xmlns:a16="http://schemas.microsoft.com/office/drawing/2014/main" id="{D51F51C2-560D-4078-802B-6416216C11EE}"/>
              </a:ext>
            </a:extLst>
          </p:cNvPr>
          <p:cNvSpPr>
            <a:spLocks xmlns:a="http://schemas.openxmlformats.org/drawingml/2006/main" noGrp="1"/>
          </p:cNvSpPr>
          <p:nvPr/>
        </p:nvSpPr>
        <p:spPr>
          <a:xfrm xmlns:a="http://schemas.openxmlformats.org/drawingml/2006/main">
            <a:off x="11115675" y="6372225"/>
            <a:ext cx="4667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978"/>
                </a:solidFill>
                <a:latin typeface="Arial"/>
                <a:ea typeface="Arial"/>
                <a:cs typeface="Arial"/>
              </a:defRPr>
            </a:defPPr>
            <a:lvl1pPr>
              <a:defRPr sz="1200" b="0">
                <a:solidFill>
                  <a:srgbClr val="526978"/>
                </a:solidFill>
                <a:latin typeface="Arial"/>
                <a:ea typeface="Arial"/>
                <a:cs typeface="Arial"/>
              </a:defRPr>
            </a:lvl1pPr>
            <a:lvl2pPr>
              <a:defRPr sz="1200" b="0">
                <a:solidFill>
                  <a:srgbClr val="526978"/>
                </a:solidFill>
                <a:latin typeface="Arial"/>
                <a:ea typeface="Arial"/>
                <a:cs typeface="Arial"/>
              </a:defRPr>
            </a:lvl2pPr>
            <a:lvl3pPr>
              <a:defRPr sz="1200" b="0">
                <a:solidFill>
                  <a:srgbClr val="526978"/>
                </a:solidFill>
                <a:latin typeface="Arial"/>
                <a:ea typeface="Arial"/>
                <a:cs typeface="Arial"/>
              </a:defRPr>
            </a:lvl3pPr>
            <a:lvl4pPr>
              <a:defRPr sz="1200" b="0">
                <a:solidFill>
                  <a:srgbClr val="526978"/>
                </a:solidFill>
                <a:latin typeface="Arial"/>
                <a:ea typeface="Arial"/>
                <a:cs typeface="Arial"/>
              </a:defRPr>
            </a:lvl4pPr>
            <a:lvl5pPr>
              <a:defRPr sz="1200" b="0">
                <a:solidFill>
                  <a:srgbClr val="526978"/>
                </a:solidFill>
                <a:latin typeface="Arial"/>
                <a:ea typeface="Arial"/>
                <a:cs typeface="Arial"/>
              </a:defRPr>
            </a:lvl5pPr>
            <a:lvl6pPr>
              <a:defRPr sz="1200" b="0">
                <a:solidFill>
                  <a:srgbClr val="526978"/>
                </a:solidFill>
                <a:latin typeface="Arial"/>
                <a:ea typeface="Arial"/>
                <a:cs typeface="Arial"/>
              </a:defRPr>
            </a:lvl6pPr>
            <a:lvl7pPr>
              <a:defRPr sz="1200" b="0">
                <a:solidFill>
                  <a:srgbClr val="526978"/>
                </a:solidFill>
                <a:latin typeface="Arial"/>
                <a:ea typeface="Arial"/>
                <a:cs typeface="Arial"/>
              </a:defRPr>
            </a:lvl7pPr>
            <a:lvl8pPr>
              <a:defRPr sz="1200" b="0">
                <a:solidFill>
                  <a:srgbClr val="526978"/>
                </a:solidFill>
                <a:latin typeface="Arial"/>
                <a:ea typeface="Arial"/>
                <a:cs typeface="Arial"/>
              </a:defRPr>
            </a:lvl8pPr>
            <a:lvl9pPr>
              <a:defRPr sz="1200" b="0">
                <a:solidFill>
                  <a:srgbClr val="526978"/>
                </a:solidFill>
                <a:latin typeface="Arial"/>
                <a:ea typeface="Arial"/>
                <a:cs typeface="Arial"/>
              </a:defRPr>
            </a:lvl9pPr>
          </a:lstStyle>
          <a:p xmlns:a="http://schemas.openxmlformats.org/drawingml/2006/main">
            <a:pPr>
              <a:defRPr sz="1200" b="0">
                <a:solidFill>
                  <a:srgbClr val="526978"/>
                </a:solidFill>
                <a:latin typeface="Arial"/>
                <a:ea typeface="Arial"/>
                <a:cs typeface="Arial"/>
              </a:defRPr>
            </a:pPr>
            <a:r>
              <a:rPr sz="1200" b="0">
                <a:solidFill>
                  <a:srgbClr val="526978"/>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462EC884-D8B4-440B-B740-F8214F3EB132}"/>
              </a:ext>
            </a:extLst>
          </p:cNvPr>
          <p:cNvSpPr>
            <a:spLocks xmlns:a="http://schemas.openxmlformats.org/drawingml/2006/main" noGrp="1"/>
          </p:cNvSpPr>
          <p:nvPr/>
        </p:nvSpPr>
        <p:spPr>
          <a:xfrm xmlns:a="http://schemas.openxmlformats.org/drawingml/2006/main">
            <a:off x="609600" y="2038350"/>
            <a:ext cx="1714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825" b="1">
                <a:solidFill>
                  <a:srgbClr val="087F8C"/>
                </a:solidFill>
                <a:latin typeface="Arial"/>
                <a:ea typeface="Arial"/>
                <a:cs typeface="Arial"/>
              </a:defRPr>
            </a:defPPr>
            <a:lvl1pPr>
              <a:defRPr sz="3825" b="1">
                <a:solidFill>
                  <a:srgbClr val="087F8C"/>
                </a:solidFill>
                <a:latin typeface="Arial"/>
                <a:ea typeface="Arial"/>
                <a:cs typeface="Arial"/>
              </a:defRPr>
            </a:lvl1pPr>
            <a:lvl2pPr>
              <a:defRPr sz="3825" b="1">
                <a:solidFill>
                  <a:srgbClr val="087F8C"/>
                </a:solidFill>
                <a:latin typeface="Arial"/>
                <a:ea typeface="Arial"/>
                <a:cs typeface="Arial"/>
              </a:defRPr>
            </a:lvl2pPr>
            <a:lvl3pPr>
              <a:defRPr sz="3825" b="1">
                <a:solidFill>
                  <a:srgbClr val="087F8C"/>
                </a:solidFill>
                <a:latin typeface="Arial"/>
                <a:ea typeface="Arial"/>
                <a:cs typeface="Arial"/>
              </a:defRPr>
            </a:lvl3pPr>
            <a:lvl4pPr>
              <a:defRPr sz="3825" b="1">
                <a:solidFill>
                  <a:srgbClr val="087F8C"/>
                </a:solidFill>
                <a:latin typeface="Arial"/>
                <a:ea typeface="Arial"/>
                <a:cs typeface="Arial"/>
              </a:defRPr>
            </a:lvl4pPr>
            <a:lvl5pPr>
              <a:defRPr sz="3825" b="1">
                <a:solidFill>
                  <a:srgbClr val="087F8C"/>
                </a:solidFill>
                <a:latin typeface="Arial"/>
                <a:ea typeface="Arial"/>
                <a:cs typeface="Arial"/>
              </a:defRPr>
            </a:lvl5pPr>
            <a:lvl6pPr>
              <a:defRPr sz="3825" b="1">
                <a:solidFill>
                  <a:srgbClr val="087F8C"/>
                </a:solidFill>
                <a:latin typeface="Arial"/>
                <a:ea typeface="Arial"/>
                <a:cs typeface="Arial"/>
              </a:defRPr>
            </a:lvl6pPr>
            <a:lvl7pPr>
              <a:defRPr sz="3825" b="1">
                <a:solidFill>
                  <a:srgbClr val="087F8C"/>
                </a:solidFill>
                <a:latin typeface="Arial"/>
                <a:ea typeface="Arial"/>
                <a:cs typeface="Arial"/>
              </a:defRPr>
            </a:lvl7pPr>
            <a:lvl8pPr>
              <a:defRPr sz="3825" b="1">
                <a:solidFill>
                  <a:srgbClr val="087F8C"/>
                </a:solidFill>
                <a:latin typeface="Arial"/>
                <a:ea typeface="Arial"/>
                <a:cs typeface="Arial"/>
              </a:defRPr>
            </a:lvl8pPr>
            <a:lvl9pPr>
              <a:defRPr sz="3825" b="1">
                <a:solidFill>
                  <a:srgbClr val="087F8C"/>
                </a:solidFill>
                <a:latin typeface="Arial"/>
                <a:ea typeface="Arial"/>
                <a:cs typeface="Arial"/>
              </a:defRPr>
            </a:lvl9pPr>
          </a:lstStyle>
          <a:p xmlns:a="http://schemas.openxmlformats.org/drawingml/2006/main">
            <a:pPr>
              <a:defRPr sz="3825" b="1">
                <a:solidFill>
                  <a:srgbClr val="087F8C"/>
                </a:solidFill>
                <a:latin typeface="Arial"/>
                <a:ea typeface="Arial"/>
                <a:cs typeface="Arial"/>
              </a:defRPr>
            </a:pPr>
            <a:r>
              <a:rPr sz="3825" b="1">
                <a:solidFill>
                  <a:srgbClr val="087F8C"/>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A662E58A-4D5A-4C6F-8B01-7BE616DFCBEB}"/>
              </a:ext>
            </a:extLst>
          </p:cNvPr>
          <p:cNvSpPr>
            <a:spLocks xmlns:a="http://schemas.openxmlformats.org/drawingml/2006/main" noGrp="1"/>
          </p:cNvSpPr>
          <p:nvPr/>
        </p:nvSpPr>
        <p:spPr>
          <a:xfrm xmlns:a="http://schemas.openxmlformats.org/drawingml/2006/main">
            <a:off x="609600" y="2895600"/>
            <a:ext cx="1905000" cy="1219200"/>
          </a:xfrm>
          <a:prstGeom xmlns:a="http://schemas.openxmlformats.org/drawingml/2006/main" prst="rect">
            <a:avLst/>
          </a:prstGeom>
          <a:solidFill xmlns:a="http://schemas.openxmlformats.org/drawingml/2006/main">
            <a:srgbClr val="EAF3F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A3C7768-4E9D-4EB2-8AF3-046CCB9962B5}"/>
              </a:ext>
            </a:extLst>
          </p:cNvPr>
          <p:cNvSpPr>
            <a:spLocks xmlns:a="http://schemas.openxmlformats.org/drawingml/2006/main" noGrp="1"/>
          </p:cNvSpPr>
          <p:nvPr/>
        </p:nvSpPr>
        <p:spPr>
          <a:xfrm xmlns:a="http://schemas.openxmlformats.org/drawingml/2006/main">
            <a:off x="752475" y="3124200"/>
            <a:ext cx="1619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43247"/>
                </a:solidFill>
                <a:latin typeface="Arial"/>
                <a:ea typeface="Arial"/>
                <a:cs typeface="Arial"/>
              </a:defRPr>
            </a:defPPr>
            <a:lvl1pPr>
              <a:defRPr sz="2400" b="1">
                <a:solidFill>
                  <a:srgbClr val="143247"/>
                </a:solidFill>
                <a:latin typeface="Arial"/>
                <a:ea typeface="Arial"/>
                <a:cs typeface="Arial"/>
              </a:defRPr>
            </a:lvl1pPr>
            <a:lvl2pPr>
              <a:defRPr sz="2400" b="1">
                <a:solidFill>
                  <a:srgbClr val="143247"/>
                </a:solidFill>
                <a:latin typeface="Arial"/>
                <a:ea typeface="Arial"/>
                <a:cs typeface="Arial"/>
              </a:defRPr>
            </a:lvl2pPr>
            <a:lvl3pPr>
              <a:defRPr sz="2400" b="1">
                <a:solidFill>
                  <a:srgbClr val="143247"/>
                </a:solidFill>
                <a:latin typeface="Arial"/>
                <a:ea typeface="Arial"/>
                <a:cs typeface="Arial"/>
              </a:defRPr>
            </a:lvl3pPr>
            <a:lvl4pPr>
              <a:defRPr sz="2400" b="1">
                <a:solidFill>
                  <a:srgbClr val="143247"/>
                </a:solidFill>
                <a:latin typeface="Arial"/>
                <a:ea typeface="Arial"/>
                <a:cs typeface="Arial"/>
              </a:defRPr>
            </a:lvl4pPr>
            <a:lvl5pPr>
              <a:defRPr sz="2400" b="1">
                <a:solidFill>
                  <a:srgbClr val="143247"/>
                </a:solidFill>
                <a:latin typeface="Arial"/>
                <a:ea typeface="Arial"/>
                <a:cs typeface="Arial"/>
              </a:defRPr>
            </a:lvl5pPr>
            <a:lvl6pPr>
              <a:defRPr sz="2400" b="1">
                <a:solidFill>
                  <a:srgbClr val="143247"/>
                </a:solidFill>
                <a:latin typeface="Arial"/>
                <a:ea typeface="Arial"/>
                <a:cs typeface="Arial"/>
              </a:defRPr>
            </a:lvl6pPr>
            <a:lvl7pPr>
              <a:defRPr sz="2400" b="1">
                <a:solidFill>
                  <a:srgbClr val="143247"/>
                </a:solidFill>
                <a:latin typeface="Arial"/>
                <a:ea typeface="Arial"/>
                <a:cs typeface="Arial"/>
              </a:defRPr>
            </a:lvl7pPr>
            <a:lvl8pPr>
              <a:defRPr sz="2400" b="1">
                <a:solidFill>
                  <a:srgbClr val="143247"/>
                </a:solidFill>
                <a:latin typeface="Arial"/>
                <a:ea typeface="Arial"/>
                <a:cs typeface="Arial"/>
              </a:defRPr>
            </a:lvl8pPr>
            <a:lvl9pPr>
              <a:defRPr sz="2400" b="1">
                <a:solidFill>
                  <a:srgbClr val="143247"/>
                </a:solidFill>
                <a:latin typeface="Arial"/>
                <a:ea typeface="Arial"/>
                <a:cs typeface="Arial"/>
              </a:defRPr>
            </a:lvl9pPr>
          </a:lstStyle>
          <a:p xmlns:a="http://schemas.openxmlformats.org/drawingml/2006/main">
            <a:pPr>
              <a:defRPr sz="2400" b="1">
                <a:solidFill>
                  <a:srgbClr val="143247"/>
                </a:solidFill>
                <a:latin typeface="Arial"/>
                <a:ea typeface="Arial"/>
                <a:cs typeface="Arial"/>
              </a:defRPr>
            </a:pPr>
            <a:r>
              <a:rPr sz="2400" b="1">
                <a:solidFill>
                  <a:srgbClr val="143247"/>
                </a:solidFill>
                <a:latin typeface="Arial"/>
                <a:ea typeface="Arial"/>
                <a:cs typeface="Arial"/>
              </a:rPr>
              <a:t>Report</a:t>
            </a:r>
          </a:p>
        </p:txBody>
      </p:sp>
      <p:sp>
        <p:nvSpPr>
          <p:cNvPr id="7" name="">
            <a:extLst xmlns:a="http://schemas.openxmlformats.org/drawingml/2006/main">
              <a:ext uri="{FF2B5EF4-FFF2-40B4-BE49-F238E27FC236}">
                <a16:creationId xmlns:a16="http://schemas.microsoft.com/office/drawing/2014/main" id="{140CEC0D-91E2-40BE-8F2B-DCE30D709F41}"/>
              </a:ext>
            </a:extLst>
          </p:cNvPr>
          <p:cNvSpPr>
            <a:spLocks xmlns:a="http://schemas.openxmlformats.org/drawingml/2006/main" noGrp="1"/>
          </p:cNvSpPr>
          <p:nvPr/>
        </p:nvSpPr>
        <p:spPr>
          <a:xfrm xmlns:a="http://schemas.openxmlformats.org/drawingml/2006/main">
            <a:off x="752475" y="3657600"/>
            <a:ext cx="16859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978"/>
                </a:solidFill>
                <a:latin typeface="Arial"/>
                <a:ea typeface="Arial"/>
                <a:cs typeface="Arial"/>
              </a:defRPr>
            </a:defPPr>
            <a:lvl1pPr>
              <a:defRPr sz="1425" b="0">
                <a:solidFill>
                  <a:srgbClr val="526978"/>
                </a:solidFill>
                <a:latin typeface="Arial"/>
                <a:ea typeface="Arial"/>
                <a:cs typeface="Arial"/>
              </a:defRPr>
            </a:lvl1pPr>
            <a:lvl2pPr>
              <a:defRPr sz="1425" b="0">
                <a:solidFill>
                  <a:srgbClr val="526978"/>
                </a:solidFill>
                <a:latin typeface="Arial"/>
                <a:ea typeface="Arial"/>
                <a:cs typeface="Arial"/>
              </a:defRPr>
            </a:lvl2pPr>
            <a:lvl3pPr>
              <a:defRPr sz="1425" b="0">
                <a:solidFill>
                  <a:srgbClr val="526978"/>
                </a:solidFill>
                <a:latin typeface="Arial"/>
                <a:ea typeface="Arial"/>
                <a:cs typeface="Arial"/>
              </a:defRPr>
            </a:lvl3pPr>
            <a:lvl4pPr>
              <a:defRPr sz="1425" b="0">
                <a:solidFill>
                  <a:srgbClr val="526978"/>
                </a:solidFill>
                <a:latin typeface="Arial"/>
                <a:ea typeface="Arial"/>
                <a:cs typeface="Arial"/>
              </a:defRPr>
            </a:lvl4pPr>
            <a:lvl5pPr>
              <a:defRPr sz="1425" b="0">
                <a:solidFill>
                  <a:srgbClr val="526978"/>
                </a:solidFill>
                <a:latin typeface="Arial"/>
                <a:ea typeface="Arial"/>
                <a:cs typeface="Arial"/>
              </a:defRPr>
            </a:lvl5pPr>
            <a:lvl6pPr>
              <a:defRPr sz="1425" b="0">
                <a:solidFill>
                  <a:srgbClr val="526978"/>
                </a:solidFill>
                <a:latin typeface="Arial"/>
                <a:ea typeface="Arial"/>
                <a:cs typeface="Arial"/>
              </a:defRPr>
            </a:lvl6pPr>
            <a:lvl7pPr>
              <a:defRPr sz="1425" b="0">
                <a:solidFill>
                  <a:srgbClr val="526978"/>
                </a:solidFill>
                <a:latin typeface="Arial"/>
                <a:ea typeface="Arial"/>
                <a:cs typeface="Arial"/>
              </a:defRPr>
            </a:lvl7pPr>
            <a:lvl8pPr>
              <a:defRPr sz="1425" b="0">
                <a:solidFill>
                  <a:srgbClr val="526978"/>
                </a:solidFill>
                <a:latin typeface="Arial"/>
                <a:ea typeface="Arial"/>
                <a:cs typeface="Arial"/>
              </a:defRPr>
            </a:lvl8pPr>
            <a:lvl9pPr>
              <a:defRPr sz="1425" b="0">
                <a:solidFill>
                  <a:srgbClr val="526978"/>
                </a:solidFill>
                <a:latin typeface="Arial"/>
                <a:ea typeface="Arial"/>
                <a:cs typeface="Arial"/>
              </a:defRPr>
            </a:lvl9pPr>
          </a:lstStyle>
          <a:p xmlns:a="http://schemas.openxmlformats.org/drawingml/2006/main">
            <a:pPr>
              <a:defRPr sz="1425" b="0">
                <a:solidFill>
                  <a:srgbClr val="526978"/>
                </a:solidFill>
                <a:latin typeface="Arial"/>
                <a:ea typeface="Arial"/>
                <a:cs typeface="Arial"/>
              </a:defRPr>
            </a:pPr>
            <a:r>
              <a:rPr sz="1425" b="0">
                <a:solidFill>
                  <a:srgbClr val="526978"/>
                </a:solidFill>
                <a:latin typeface="Arial"/>
                <a:ea typeface="Arial"/>
                <a:cs typeface="Arial"/>
              </a:rPr>
              <a:t>Requester</a:t>
            </a:r>
          </a:p>
        </p:txBody>
      </p:sp>
      <p:sp>
        <p:nvSpPr>
          <p:cNvPr id="8" name="">
            <a:extLst xmlns:a="http://schemas.openxmlformats.org/drawingml/2006/main">
              <a:ext uri="{FF2B5EF4-FFF2-40B4-BE49-F238E27FC236}">
                <a16:creationId xmlns:a16="http://schemas.microsoft.com/office/drawing/2014/main" id="{A5501D4B-9415-4DD9-A7AC-4D809C978724}"/>
              </a:ext>
            </a:extLst>
          </p:cNvPr>
          <p:cNvSpPr>
            <a:spLocks xmlns:a="http://schemas.openxmlformats.org/drawingml/2006/main" noGrp="1"/>
          </p:cNvSpPr>
          <p:nvPr/>
        </p:nvSpPr>
        <p:spPr>
          <a:xfrm xmlns:a="http://schemas.openxmlformats.org/drawingml/2006/main">
            <a:off x="2581275" y="3257550"/>
            <a:ext cx="323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87F8C"/>
                </a:solidFill>
                <a:latin typeface="Arial"/>
                <a:ea typeface="Arial"/>
                <a:cs typeface="Arial"/>
              </a:defRPr>
            </a:defPPr>
            <a:lvl1pPr>
              <a:defRPr sz="2550" b="1">
                <a:solidFill>
                  <a:srgbClr val="087F8C"/>
                </a:solidFill>
                <a:latin typeface="Arial"/>
                <a:ea typeface="Arial"/>
                <a:cs typeface="Arial"/>
              </a:defRPr>
            </a:lvl1pPr>
            <a:lvl2pPr>
              <a:defRPr sz="2550" b="1">
                <a:solidFill>
                  <a:srgbClr val="087F8C"/>
                </a:solidFill>
                <a:latin typeface="Arial"/>
                <a:ea typeface="Arial"/>
                <a:cs typeface="Arial"/>
              </a:defRPr>
            </a:lvl2pPr>
            <a:lvl3pPr>
              <a:defRPr sz="2550" b="1">
                <a:solidFill>
                  <a:srgbClr val="087F8C"/>
                </a:solidFill>
                <a:latin typeface="Arial"/>
                <a:ea typeface="Arial"/>
                <a:cs typeface="Arial"/>
              </a:defRPr>
            </a:lvl3pPr>
            <a:lvl4pPr>
              <a:defRPr sz="2550" b="1">
                <a:solidFill>
                  <a:srgbClr val="087F8C"/>
                </a:solidFill>
                <a:latin typeface="Arial"/>
                <a:ea typeface="Arial"/>
                <a:cs typeface="Arial"/>
              </a:defRPr>
            </a:lvl4pPr>
            <a:lvl5pPr>
              <a:defRPr sz="2550" b="1">
                <a:solidFill>
                  <a:srgbClr val="087F8C"/>
                </a:solidFill>
                <a:latin typeface="Arial"/>
                <a:ea typeface="Arial"/>
                <a:cs typeface="Arial"/>
              </a:defRPr>
            </a:lvl5pPr>
            <a:lvl6pPr>
              <a:defRPr sz="2550" b="1">
                <a:solidFill>
                  <a:srgbClr val="087F8C"/>
                </a:solidFill>
                <a:latin typeface="Arial"/>
                <a:ea typeface="Arial"/>
                <a:cs typeface="Arial"/>
              </a:defRPr>
            </a:lvl6pPr>
            <a:lvl7pPr>
              <a:defRPr sz="2550" b="1">
                <a:solidFill>
                  <a:srgbClr val="087F8C"/>
                </a:solidFill>
                <a:latin typeface="Arial"/>
                <a:ea typeface="Arial"/>
                <a:cs typeface="Arial"/>
              </a:defRPr>
            </a:lvl7pPr>
            <a:lvl8pPr>
              <a:defRPr sz="2550" b="1">
                <a:solidFill>
                  <a:srgbClr val="087F8C"/>
                </a:solidFill>
                <a:latin typeface="Arial"/>
                <a:ea typeface="Arial"/>
                <a:cs typeface="Arial"/>
              </a:defRPr>
            </a:lvl8pPr>
            <a:lvl9pPr>
              <a:defRPr sz="2550" b="1">
                <a:solidFill>
                  <a:srgbClr val="087F8C"/>
                </a:solidFill>
                <a:latin typeface="Arial"/>
                <a:ea typeface="Arial"/>
                <a:cs typeface="Arial"/>
              </a:defRPr>
            </a:lvl9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C825B4CB-B339-4477-B8E2-8F459DEA70A7}"/>
              </a:ext>
            </a:extLst>
          </p:cNvPr>
          <p:cNvSpPr>
            <a:spLocks xmlns:a="http://schemas.openxmlformats.org/drawingml/2006/main" noGrp="1"/>
          </p:cNvSpPr>
          <p:nvPr/>
        </p:nvSpPr>
        <p:spPr>
          <a:xfrm xmlns:a="http://schemas.openxmlformats.org/drawingml/2006/main">
            <a:off x="2876550" y="2038350"/>
            <a:ext cx="1714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825" b="1">
                <a:solidFill>
                  <a:srgbClr val="087F8C"/>
                </a:solidFill>
                <a:latin typeface="Arial"/>
                <a:ea typeface="Arial"/>
                <a:cs typeface="Arial"/>
              </a:defRPr>
            </a:defPPr>
            <a:lvl1pPr>
              <a:defRPr sz="3825" b="1">
                <a:solidFill>
                  <a:srgbClr val="087F8C"/>
                </a:solidFill>
                <a:latin typeface="Arial"/>
                <a:ea typeface="Arial"/>
                <a:cs typeface="Arial"/>
              </a:defRPr>
            </a:lvl1pPr>
            <a:lvl2pPr>
              <a:defRPr sz="3825" b="1">
                <a:solidFill>
                  <a:srgbClr val="087F8C"/>
                </a:solidFill>
                <a:latin typeface="Arial"/>
                <a:ea typeface="Arial"/>
                <a:cs typeface="Arial"/>
              </a:defRPr>
            </a:lvl2pPr>
            <a:lvl3pPr>
              <a:defRPr sz="3825" b="1">
                <a:solidFill>
                  <a:srgbClr val="087F8C"/>
                </a:solidFill>
                <a:latin typeface="Arial"/>
                <a:ea typeface="Arial"/>
                <a:cs typeface="Arial"/>
              </a:defRPr>
            </a:lvl3pPr>
            <a:lvl4pPr>
              <a:defRPr sz="3825" b="1">
                <a:solidFill>
                  <a:srgbClr val="087F8C"/>
                </a:solidFill>
                <a:latin typeface="Arial"/>
                <a:ea typeface="Arial"/>
                <a:cs typeface="Arial"/>
              </a:defRPr>
            </a:lvl4pPr>
            <a:lvl5pPr>
              <a:defRPr sz="3825" b="1">
                <a:solidFill>
                  <a:srgbClr val="087F8C"/>
                </a:solidFill>
                <a:latin typeface="Arial"/>
                <a:ea typeface="Arial"/>
                <a:cs typeface="Arial"/>
              </a:defRPr>
            </a:lvl5pPr>
            <a:lvl6pPr>
              <a:defRPr sz="3825" b="1">
                <a:solidFill>
                  <a:srgbClr val="087F8C"/>
                </a:solidFill>
                <a:latin typeface="Arial"/>
                <a:ea typeface="Arial"/>
                <a:cs typeface="Arial"/>
              </a:defRPr>
            </a:lvl6pPr>
            <a:lvl7pPr>
              <a:defRPr sz="3825" b="1">
                <a:solidFill>
                  <a:srgbClr val="087F8C"/>
                </a:solidFill>
                <a:latin typeface="Arial"/>
                <a:ea typeface="Arial"/>
                <a:cs typeface="Arial"/>
              </a:defRPr>
            </a:lvl7pPr>
            <a:lvl8pPr>
              <a:defRPr sz="3825" b="1">
                <a:solidFill>
                  <a:srgbClr val="087F8C"/>
                </a:solidFill>
                <a:latin typeface="Arial"/>
                <a:ea typeface="Arial"/>
                <a:cs typeface="Arial"/>
              </a:defRPr>
            </a:lvl8pPr>
            <a:lvl9pPr>
              <a:defRPr sz="3825" b="1">
                <a:solidFill>
                  <a:srgbClr val="087F8C"/>
                </a:solidFill>
                <a:latin typeface="Arial"/>
                <a:ea typeface="Arial"/>
                <a:cs typeface="Arial"/>
              </a:defRPr>
            </a:lvl9pPr>
          </a:lstStyle>
          <a:p xmlns:a="http://schemas.openxmlformats.org/drawingml/2006/main">
            <a:pPr>
              <a:defRPr sz="3825" b="1">
                <a:solidFill>
                  <a:srgbClr val="087F8C"/>
                </a:solidFill>
                <a:latin typeface="Arial"/>
                <a:ea typeface="Arial"/>
                <a:cs typeface="Arial"/>
              </a:defRPr>
            </a:pPr>
            <a:r>
              <a:rPr sz="3825" b="1">
                <a:solidFill>
                  <a:srgbClr val="087F8C"/>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2C9073CD-7559-4B00-B25D-E28232248B40}"/>
              </a:ext>
            </a:extLst>
          </p:cNvPr>
          <p:cNvSpPr>
            <a:spLocks xmlns:a="http://schemas.openxmlformats.org/drawingml/2006/main" noGrp="1"/>
          </p:cNvSpPr>
          <p:nvPr/>
        </p:nvSpPr>
        <p:spPr>
          <a:xfrm xmlns:a="http://schemas.openxmlformats.org/drawingml/2006/main">
            <a:off x="2876550" y="2895600"/>
            <a:ext cx="1905000" cy="1219200"/>
          </a:xfrm>
          <a:prstGeom xmlns:a="http://schemas.openxmlformats.org/drawingml/2006/main" prst="rect">
            <a:avLst/>
          </a:prstGeom>
          <a:solidFill xmlns:a="http://schemas.openxmlformats.org/drawingml/2006/main">
            <a:srgbClr val="EAF3F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DD8B8D9-E437-4000-AF1C-17B1EC3E6BCF}"/>
              </a:ext>
            </a:extLst>
          </p:cNvPr>
          <p:cNvSpPr>
            <a:spLocks xmlns:a="http://schemas.openxmlformats.org/drawingml/2006/main" noGrp="1"/>
          </p:cNvSpPr>
          <p:nvPr/>
        </p:nvSpPr>
        <p:spPr>
          <a:xfrm xmlns:a="http://schemas.openxmlformats.org/drawingml/2006/main">
            <a:off x="3019425" y="3124200"/>
            <a:ext cx="1619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43247"/>
                </a:solidFill>
                <a:latin typeface="Arial"/>
                <a:ea typeface="Arial"/>
                <a:cs typeface="Arial"/>
              </a:defRPr>
            </a:defPPr>
            <a:lvl1pPr>
              <a:defRPr sz="2400" b="1">
                <a:solidFill>
                  <a:srgbClr val="143247"/>
                </a:solidFill>
                <a:latin typeface="Arial"/>
                <a:ea typeface="Arial"/>
                <a:cs typeface="Arial"/>
              </a:defRPr>
            </a:lvl1pPr>
            <a:lvl2pPr>
              <a:defRPr sz="2400" b="1">
                <a:solidFill>
                  <a:srgbClr val="143247"/>
                </a:solidFill>
                <a:latin typeface="Arial"/>
                <a:ea typeface="Arial"/>
                <a:cs typeface="Arial"/>
              </a:defRPr>
            </a:lvl2pPr>
            <a:lvl3pPr>
              <a:defRPr sz="2400" b="1">
                <a:solidFill>
                  <a:srgbClr val="143247"/>
                </a:solidFill>
                <a:latin typeface="Arial"/>
                <a:ea typeface="Arial"/>
                <a:cs typeface="Arial"/>
              </a:defRPr>
            </a:lvl3pPr>
            <a:lvl4pPr>
              <a:defRPr sz="2400" b="1">
                <a:solidFill>
                  <a:srgbClr val="143247"/>
                </a:solidFill>
                <a:latin typeface="Arial"/>
                <a:ea typeface="Arial"/>
                <a:cs typeface="Arial"/>
              </a:defRPr>
            </a:lvl4pPr>
            <a:lvl5pPr>
              <a:defRPr sz="2400" b="1">
                <a:solidFill>
                  <a:srgbClr val="143247"/>
                </a:solidFill>
                <a:latin typeface="Arial"/>
                <a:ea typeface="Arial"/>
                <a:cs typeface="Arial"/>
              </a:defRPr>
            </a:lvl5pPr>
            <a:lvl6pPr>
              <a:defRPr sz="2400" b="1">
                <a:solidFill>
                  <a:srgbClr val="143247"/>
                </a:solidFill>
                <a:latin typeface="Arial"/>
                <a:ea typeface="Arial"/>
                <a:cs typeface="Arial"/>
              </a:defRPr>
            </a:lvl6pPr>
            <a:lvl7pPr>
              <a:defRPr sz="2400" b="1">
                <a:solidFill>
                  <a:srgbClr val="143247"/>
                </a:solidFill>
                <a:latin typeface="Arial"/>
                <a:ea typeface="Arial"/>
                <a:cs typeface="Arial"/>
              </a:defRPr>
            </a:lvl7pPr>
            <a:lvl8pPr>
              <a:defRPr sz="2400" b="1">
                <a:solidFill>
                  <a:srgbClr val="143247"/>
                </a:solidFill>
                <a:latin typeface="Arial"/>
                <a:ea typeface="Arial"/>
                <a:cs typeface="Arial"/>
              </a:defRPr>
            </a:lvl8pPr>
            <a:lvl9pPr>
              <a:defRPr sz="2400" b="1">
                <a:solidFill>
                  <a:srgbClr val="143247"/>
                </a:solidFill>
                <a:latin typeface="Arial"/>
                <a:ea typeface="Arial"/>
                <a:cs typeface="Arial"/>
              </a:defRPr>
            </a:lvl9pPr>
          </a:lstStyle>
          <a:p xmlns:a="http://schemas.openxmlformats.org/drawingml/2006/main">
            <a:pPr>
              <a:defRPr sz="2400" b="1">
                <a:solidFill>
                  <a:srgbClr val="143247"/>
                </a:solidFill>
                <a:latin typeface="Arial"/>
                <a:ea typeface="Arial"/>
                <a:cs typeface="Arial"/>
              </a:defRPr>
            </a:pPr>
            <a:r>
              <a:rPr sz="2400" b="1">
                <a:solidFill>
                  <a:srgbClr val="143247"/>
                </a:solidFill>
                <a:latin typeface="Arial"/>
                <a:ea typeface="Arial"/>
                <a:cs typeface="Arial"/>
              </a:rPr>
              <a:t>Review</a:t>
            </a:r>
          </a:p>
        </p:txBody>
      </p:sp>
      <p:sp>
        <p:nvSpPr>
          <p:cNvPr id="12" name="">
            <a:extLst xmlns:a="http://schemas.openxmlformats.org/drawingml/2006/main">
              <a:ext uri="{FF2B5EF4-FFF2-40B4-BE49-F238E27FC236}">
                <a16:creationId xmlns:a16="http://schemas.microsoft.com/office/drawing/2014/main" id="{8FCF8A1F-6AE9-4DDB-8B19-8F04679AEC7B}"/>
              </a:ext>
            </a:extLst>
          </p:cNvPr>
          <p:cNvSpPr>
            <a:spLocks xmlns:a="http://schemas.openxmlformats.org/drawingml/2006/main" noGrp="1"/>
          </p:cNvSpPr>
          <p:nvPr/>
        </p:nvSpPr>
        <p:spPr>
          <a:xfrm xmlns:a="http://schemas.openxmlformats.org/drawingml/2006/main">
            <a:off x="3019425" y="3657600"/>
            <a:ext cx="16859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978"/>
                </a:solidFill>
                <a:latin typeface="Arial"/>
                <a:ea typeface="Arial"/>
                <a:cs typeface="Arial"/>
              </a:defRPr>
            </a:defPPr>
            <a:lvl1pPr>
              <a:defRPr sz="1425" b="0">
                <a:solidFill>
                  <a:srgbClr val="526978"/>
                </a:solidFill>
                <a:latin typeface="Arial"/>
                <a:ea typeface="Arial"/>
                <a:cs typeface="Arial"/>
              </a:defRPr>
            </a:lvl1pPr>
            <a:lvl2pPr>
              <a:defRPr sz="1425" b="0">
                <a:solidFill>
                  <a:srgbClr val="526978"/>
                </a:solidFill>
                <a:latin typeface="Arial"/>
                <a:ea typeface="Arial"/>
                <a:cs typeface="Arial"/>
              </a:defRPr>
            </a:lvl2pPr>
            <a:lvl3pPr>
              <a:defRPr sz="1425" b="0">
                <a:solidFill>
                  <a:srgbClr val="526978"/>
                </a:solidFill>
                <a:latin typeface="Arial"/>
                <a:ea typeface="Arial"/>
                <a:cs typeface="Arial"/>
              </a:defRPr>
            </a:lvl3pPr>
            <a:lvl4pPr>
              <a:defRPr sz="1425" b="0">
                <a:solidFill>
                  <a:srgbClr val="526978"/>
                </a:solidFill>
                <a:latin typeface="Arial"/>
                <a:ea typeface="Arial"/>
                <a:cs typeface="Arial"/>
              </a:defRPr>
            </a:lvl4pPr>
            <a:lvl5pPr>
              <a:defRPr sz="1425" b="0">
                <a:solidFill>
                  <a:srgbClr val="526978"/>
                </a:solidFill>
                <a:latin typeface="Arial"/>
                <a:ea typeface="Arial"/>
                <a:cs typeface="Arial"/>
              </a:defRPr>
            </a:lvl5pPr>
            <a:lvl6pPr>
              <a:defRPr sz="1425" b="0">
                <a:solidFill>
                  <a:srgbClr val="526978"/>
                </a:solidFill>
                <a:latin typeface="Arial"/>
                <a:ea typeface="Arial"/>
                <a:cs typeface="Arial"/>
              </a:defRPr>
            </a:lvl6pPr>
            <a:lvl7pPr>
              <a:defRPr sz="1425" b="0">
                <a:solidFill>
                  <a:srgbClr val="526978"/>
                </a:solidFill>
                <a:latin typeface="Arial"/>
                <a:ea typeface="Arial"/>
                <a:cs typeface="Arial"/>
              </a:defRPr>
            </a:lvl7pPr>
            <a:lvl8pPr>
              <a:defRPr sz="1425" b="0">
                <a:solidFill>
                  <a:srgbClr val="526978"/>
                </a:solidFill>
                <a:latin typeface="Arial"/>
                <a:ea typeface="Arial"/>
                <a:cs typeface="Arial"/>
              </a:defRPr>
            </a:lvl8pPr>
            <a:lvl9pPr>
              <a:defRPr sz="1425" b="0">
                <a:solidFill>
                  <a:srgbClr val="526978"/>
                </a:solidFill>
                <a:latin typeface="Arial"/>
                <a:ea typeface="Arial"/>
                <a:cs typeface="Arial"/>
              </a:defRPr>
            </a:lvl9pPr>
          </a:lstStyle>
          <a:p xmlns:a="http://schemas.openxmlformats.org/drawingml/2006/main">
            <a:pPr>
              <a:defRPr sz="1425" b="0">
                <a:solidFill>
                  <a:srgbClr val="526978"/>
                </a:solidFill>
                <a:latin typeface="Arial"/>
                <a:ea typeface="Arial"/>
                <a:cs typeface="Arial"/>
              </a:defRPr>
            </a:pPr>
            <a:r>
              <a:rPr sz="1425" b="0">
                <a:solidFill>
                  <a:srgbClr val="526978"/>
                </a:solidFill>
                <a:latin typeface="Arial"/>
                <a:ea typeface="Arial"/>
                <a:cs typeface="Arial"/>
              </a:rPr>
              <a:t>Administrator</a:t>
            </a:r>
          </a:p>
        </p:txBody>
      </p:sp>
      <p:sp>
        <p:nvSpPr>
          <p:cNvPr id="13" name="">
            <a:extLst xmlns:a="http://schemas.openxmlformats.org/drawingml/2006/main">
              <a:ext uri="{FF2B5EF4-FFF2-40B4-BE49-F238E27FC236}">
                <a16:creationId xmlns:a16="http://schemas.microsoft.com/office/drawing/2014/main" id="{5DE6131F-ABBA-42C5-A460-05BD239A3AF7}"/>
              </a:ext>
            </a:extLst>
          </p:cNvPr>
          <p:cNvSpPr>
            <a:spLocks xmlns:a="http://schemas.openxmlformats.org/drawingml/2006/main" noGrp="1"/>
          </p:cNvSpPr>
          <p:nvPr/>
        </p:nvSpPr>
        <p:spPr>
          <a:xfrm xmlns:a="http://schemas.openxmlformats.org/drawingml/2006/main">
            <a:off x="4848225" y="3257550"/>
            <a:ext cx="323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87F8C"/>
                </a:solidFill>
                <a:latin typeface="Arial"/>
                <a:ea typeface="Arial"/>
                <a:cs typeface="Arial"/>
              </a:defRPr>
            </a:defPPr>
            <a:lvl1pPr>
              <a:defRPr sz="2550" b="1">
                <a:solidFill>
                  <a:srgbClr val="087F8C"/>
                </a:solidFill>
                <a:latin typeface="Arial"/>
                <a:ea typeface="Arial"/>
                <a:cs typeface="Arial"/>
              </a:defRPr>
            </a:lvl1pPr>
            <a:lvl2pPr>
              <a:defRPr sz="2550" b="1">
                <a:solidFill>
                  <a:srgbClr val="087F8C"/>
                </a:solidFill>
                <a:latin typeface="Arial"/>
                <a:ea typeface="Arial"/>
                <a:cs typeface="Arial"/>
              </a:defRPr>
            </a:lvl2pPr>
            <a:lvl3pPr>
              <a:defRPr sz="2550" b="1">
                <a:solidFill>
                  <a:srgbClr val="087F8C"/>
                </a:solidFill>
                <a:latin typeface="Arial"/>
                <a:ea typeface="Arial"/>
                <a:cs typeface="Arial"/>
              </a:defRPr>
            </a:lvl3pPr>
            <a:lvl4pPr>
              <a:defRPr sz="2550" b="1">
                <a:solidFill>
                  <a:srgbClr val="087F8C"/>
                </a:solidFill>
                <a:latin typeface="Arial"/>
                <a:ea typeface="Arial"/>
                <a:cs typeface="Arial"/>
              </a:defRPr>
            </a:lvl4pPr>
            <a:lvl5pPr>
              <a:defRPr sz="2550" b="1">
                <a:solidFill>
                  <a:srgbClr val="087F8C"/>
                </a:solidFill>
                <a:latin typeface="Arial"/>
                <a:ea typeface="Arial"/>
                <a:cs typeface="Arial"/>
              </a:defRPr>
            </a:lvl5pPr>
            <a:lvl6pPr>
              <a:defRPr sz="2550" b="1">
                <a:solidFill>
                  <a:srgbClr val="087F8C"/>
                </a:solidFill>
                <a:latin typeface="Arial"/>
                <a:ea typeface="Arial"/>
                <a:cs typeface="Arial"/>
              </a:defRPr>
            </a:lvl6pPr>
            <a:lvl7pPr>
              <a:defRPr sz="2550" b="1">
                <a:solidFill>
                  <a:srgbClr val="087F8C"/>
                </a:solidFill>
                <a:latin typeface="Arial"/>
                <a:ea typeface="Arial"/>
                <a:cs typeface="Arial"/>
              </a:defRPr>
            </a:lvl7pPr>
            <a:lvl8pPr>
              <a:defRPr sz="2550" b="1">
                <a:solidFill>
                  <a:srgbClr val="087F8C"/>
                </a:solidFill>
                <a:latin typeface="Arial"/>
                <a:ea typeface="Arial"/>
                <a:cs typeface="Arial"/>
              </a:defRPr>
            </a:lvl8pPr>
            <a:lvl9pPr>
              <a:defRPr sz="2550" b="1">
                <a:solidFill>
                  <a:srgbClr val="087F8C"/>
                </a:solidFill>
                <a:latin typeface="Arial"/>
                <a:ea typeface="Arial"/>
                <a:cs typeface="Arial"/>
              </a:defRPr>
            </a:lvl9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886D576D-1206-4887-8298-0FF477CBBD9F}"/>
              </a:ext>
            </a:extLst>
          </p:cNvPr>
          <p:cNvSpPr>
            <a:spLocks xmlns:a="http://schemas.openxmlformats.org/drawingml/2006/main" noGrp="1"/>
          </p:cNvSpPr>
          <p:nvPr/>
        </p:nvSpPr>
        <p:spPr>
          <a:xfrm xmlns:a="http://schemas.openxmlformats.org/drawingml/2006/main">
            <a:off x="5143500" y="2038350"/>
            <a:ext cx="1714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825" b="1">
                <a:solidFill>
                  <a:srgbClr val="087F8C"/>
                </a:solidFill>
                <a:latin typeface="Arial"/>
                <a:ea typeface="Arial"/>
                <a:cs typeface="Arial"/>
              </a:defRPr>
            </a:defPPr>
            <a:lvl1pPr>
              <a:defRPr sz="3825" b="1">
                <a:solidFill>
                  <a:srgbClr val="087F8C"/>
                </a:solidFill>
                <a:latin typeface="Arial"/>
                <a:ea typeface="Arial"/>
                <a:cs typeface="Arial"/>
              </a:defRPr>
            </a:lvl1pPr>
            <a:lvl2pPr>
              <a:defRPr sz="3825" b="1">
                <a:solidFill>
                  <a:srgbClr val="087F8C"/>
                </a:solidFill>
                <a:latin typeface="Arial"/>
                <a:ea typeface="Arial"/>
                <a:cs typeface="Arial"/>
              </a:defRPr>
            </a:lvl2pPr>
            <a:lvl3pPr>
              <a:defRPr sz="3825" b="1">
                <a:solidFill>
                  <a:srgbClr val="087F8C"/>
                </a:solidFill>
                <a:latin typeface="Arial"/>
                <a:ea typeface="Arial"/>
                <a:cs typeface="Arial"/>
              </a:defRPr>
            </a:lvl3pPr>
            <a:lvl4pPr>
              <a:defRPr sz="3825" b="1">
                <a:solidFill>
                  <a:srgbClr val="087F8C"/>
                </a:solidFill>
                <a:latin typeface="Arial"/>
                <a:ea typeface="Arial"/>
                <a:cs typeface="Arial"/>
              </a:defRPr>
            </a:lvl4pPr>
            <a:lvl5pPr>
              <a:defRPr sz="3825" b="1">
                <a:solidFill>
                  <a:srgbClr val="087F8C"/>
                </a:solidFill>
                <a:latin typeface="Arial"/>
                <a:ea typeface="Arial"/>
                <a:cs typeface="Arial"/>
              </a:defRPr>
            </a:lvl5pPr>
            <a:lvl6pPr>
              <a:defRPr sz="3825" b="1">
                <a:solidFill>
                  <a:srgbClr val="087F8C"/>
                </a:solidFill>
                <a:latin typeface="Arial"/>
                <a:ea typeface="Arial"/>
                <a:cs typeface="Arial"/>
              </a:defRPr>
            </a:lvl6pPr>
            <a:lvl7pPr>
              <a:defRPr sz="3825" b="1">
                <a:solidFill>
                  <a:srgbClr val="087F8C"/>
                </a:solidFill>
                <a:latin typeface="Arial"/>
                <a:ea typeface="Arial"/>
                <a:cs typeface="Arial"/>
              </a:defRPr>
            </a:lvl7pPr>
            <a:lvl8pPr>
              <a:defRPr sz="3825" b="1">
                <a:solidFill>
                  <a:srgbClr val="087F8C"/>
                </a:solidFill>
                <a:latin typeface="Arial"/>
                <a:ea typeface="Arial"/>
                <a:cs typeface="Arial"/>
              </a:defRPr>
            </a:lvl8pPr>
            <a:lvl9pPr>
              <a:defRPr sz="3825" b="1">
                <a:solidFill>
                  <a:srgbClr val="087F8C"/>
                </a:solidFill>
                <a:latin typeface="Arial"/>
                <a:ea typeface="Arial"/>
                <a:cs typeface="Arial"/>
              </a:defRPr>
            </a:lvl9pPr>
          </a:lstStyle>
          <a:p xmlns:a="http://schemas.openxmlformats.org/drawingml/2006/main">
            <a:pPr>
              <a:defRPr sz="3825" b="1">
                <a:solidFill>
                  <a:srgbClr val="087F8C"/>
                </a:solidFill>
                <a:latin typeface="Arial"/>
                <a:ea typeface="Arial"/>
                <a:cs typeface="Arial"/>
              </a:defRPr>
            </a:pPr>
            <a:r>
              <a:rPr sz="3825" b="1">
                <a:solidFill>
                  <a:srgbClr val="087F8C"/>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E899A34F-37D8-42F8-9853-866DF6052286}"/>
              </a:ext>
            </a:extLst>
          </p:cNvPr>
          <p:cNvSpPr>
            <a:spLocks xmlns:a="http://schemas.openxmlformats.org/drawingml/2006/main" noGrp="1"/>
          </p:cNvSpPr>
          <p:nvPr/>
        </p:nvSpPr>
        <p:spPr>
          <a:xfrm xmlns:a="http://schemas.openxmlformats.org/drawingml/2006/main">
            <a:off x="5143500" y="2895600"/>
            <a:ext cx="1905000" cy="1219200"/>
          </a:xfrm>
          <a:prstGeom xmlns:a="http://schemas.openxmlformats.org/drawingml/2006/main" prst="rect">
            <a:avLst/>
          </a:prstGeom>
          <a:solidFill xmlns:a="http://schemas.openxmlformats.org/drawingml/2006/main">
            <a:srgbClr val="EAF3F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3A47CEE-591A-435E-A9B1-105ACE49C63D}"/>
              </a:ext>
            </a:extLst>
          </p:cNvPr>
          <p:cNvSpPr>
            <a:spLocks xmlns:a="http://schemas.openxmlformats.org/drawingml/2006/main" noGrp="1"/>
          </p:cNvSpPr>
          <p:nvPr/>
        </p:nvSpPr>
        <p:spPr>
          <a:xfrm xmlns:a="http://schemas.openxmlformats.org/drawingml/2006/main">
            <a:off x="5286375" y="3124200"/>
            <a:ext cx="1619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43247"/>
                </a:solidFill>
                <a:latin typeface="Arial"/>
                <a:ea typeface="Arial"/>
                <a:cs typeface="Arial"/>
              </a:defRPr>
            </a:defPPr>
            <a:lvl1pPr>
              <a:defRPr sz="2400" b="1">
                <a:solidFill>
                  <a:srgbClr val="143247"/>
                </a:solidFill>
                <a:latin typeface="Arial"/>
                <a:ea typeface="Arial"/>
                <a:cs typeface="Arial"/>
              </a:defRPr>
            </a:lvl1pPr>
            <a:lvl2pPr>
              <a:defRPr sz="2400" b="1">
                <a:solidFill>
                  <a:srgbClr val="143247"/>
                </a:solidFill>
                <a:latin typeface="Arial"/>
                <a:ea typeface="Arial"/>
                <a:cs typeface="Arial"/>
              </a:defRPr>
            </a:lvl2pPr>
            <a:lvl3pPr>
              <a:defRPr sz="2400" b="1">
                <a:solidFill>
                  <a:srgbClr val="143247"/>
                </a:solidFill>
                <a:latin typeface="Arial"/>
                <a:ea typeface="Arial"/>
                <a:cs typeface="Arial"/>
              </a:defRPr>
            </a:lvl3pPr>
            <a:lvl4pPr>
              <a:defRPr sz="2400" b="1">
                <a:solidFill>
                  <a:srgbClr val="143247"/>
                </a:solidFill>
                <a:latin typeface="Arial"/>
                <a:ea typeface="Arial"/>
                <a:cs typeface="Arial"/>
              </a:defRPr>
            </a:lvl4pPr>
            <a:lvl5pPr>
              <a:defRPr sz="2400" b="1">
                <a:solidFill>
                  <a:srgbClr val="143247"/>
                </a:solidFill>
                <a:latin typeface="Arial"/>
                <a:ea typeface="Arial"/>
                <a:cs typeface="Arial"/>
              </a:defRPr>
            </a:lvl5pPr>
            <a:lvl6pPr>
              <a:defRPr sz="2400" b="1">
                <a:solidFill>
                  <a:srgbClr val="143247"/>
                </a:solidFill>
                <a:latin typeface="Arial"/>
                <a:ea typeface="Arial"/>
                <a:cs typeface="Arial"/>
              </a:defRPr>
            </a:lvl6pPr>
            <a:lvl7pPr>
              <a:defRPr sz="2400" b="1">
                <a:solidFill>
                  <a:srgbClr val="143247"/>
                </a:solidFill>
                <a:latin typeface="Arial"/>
                <a:ea typeface="Arial"/>
                <a:cs typeface="Arial"/>
              </a:defRPr>
            </a:lvl7pPr>
            <a:lvl8pPr>
              <a:defRPr sz="2400" b="1">
                <a:solidFill>
                  <a:srgbClr val="143247"/>
                </a:solidFill>
                <a:latin typeface="Arial"/>
                <a:ea typeface="Arial"/>
                <a:cs typeface="Arial"/>
              </a:defRPr>
            </a:lvl8pPr>
            <a:lvl9pPr>
              <a:defRPr sz="2400" b="1">
                <a:solidFill>
                  <a:srgbClr val="143247"/>
                </a:solidFill>
                <a:latin typeface="Arial"/>
                <a:ea typeface="Arial"/>
                <a:cs typeface="Arial"/>
              </a:defRPr>
            </a:lvl9pPr>
          </a:lstStyle>
          <a:p xmlns:a="http://schemas.openxmlformats.org/drawingml/2006/main">
            <a:pPr>
              <a:defRPr sz="2400" b="1">
                <a:solidFill>
                  <a:srgbClr val="143247"/>
                </a:solidFill>
                <a:latin typeface="Arial"/>
                <a:ea typeface="Arial"/>
                <a:cs typeface="Arial"/>
              </a:defRPr>
            </a:pPr>
            <a:r>
              <a:rPr sz="2400" b="1">
                <a:solidFill>
                  <a:srgbClr val="143247"/>
                </a:solidFill>
                <a:latin typeface="Arial"/>
                <a:ea typeface="Arial"/>
                <a:cs typeface="Arial"/>
              </a:rPr>
              <a:t>Assign</a:t>
            </a:r>
          </a:p>
        </p:txBody>
      </p:sp>
      <p:sp>
        <p:nvSpPr>
          <p:cNvPr id="17" name="">
            <a:extLst xmlns:a="http://schemas.openxmlformats.org/drawingml/2006/main">
              <a:ext uri="{FF2B5EF4-FFF2-40B4-BE49-F238E27FC236}">
                <a16:creationId xmlns:a16="http://schemas.microsoft.com/office/drawing/2014/main" id="{9EB6D9E0-8786-42E2-B0B4-590A66364BAD}"/>
              </a:ext>
            </a:extLst>
          </p:cNvPr>
          <p:cNvSpPr>
            <a:spLocks xmlns:a="http://schemas.openxmlformats.org/drawingml/2006/main" noGrp="1"/>
          </p:cNvSpPr>
          <p:nvPr/>
        </p:nvSpPr>
        <p:spPr>
          <a:xfrm xmlns:a="http://schemas.openxmlformats.org/drawingml/2006/main">
            <a:off x="5286375" y="3657600"/>
            <a:ext cx="16859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978"/>
                </a:solidFill>
                <a:latin typeface="Arial"/>
                <a:ea typeface="Arial"/>
                <a:cs typeface="Arial"/>
              </a:defRPr>
            </a:defPPr>
            <a:lvl1pPr>
              <a:defRPr sz="1425" b="0">
                <a:solidFill>
                  <a:srgbClr val="526978"/>
                </a:solidFill>
                <a:latin typeface="Arial"/>
                <a:ea typeface="Arial"/>
                <a:cs typeface="Arial"/>
              </a:defRPr>
            </a:lvl1pPr>
            <a:lvl2pPr>
              <a:defRPr sz="1425" b="0">
                <a:solidFill>
                  <a:srgbClr val="526978"/>
                </a:solidFill>
                <a:latin typeface="Arial"/>
                <a:ea typeface="Arial"/>
                <a:cs typeface="Arial"/>
              </a:defRPr>
            </a:lvl2pPr>
            <a:lvl3pPr>
              <a:defRPr sz="1425" b="0">
                <a:solidFill>
                  <a:srgbClr val="526978"/>
                </a:solidFill>
                <a:latin typeface="Arial"/>
                <a:ea typeface="Arial"/>
                <a:cs typeface="Arial"/>
              </a:defRPr>
            </a:lvl3pPr>
            <a:lvl4pPr>
              <a:defRPr sz="1425" b="0">
                <a:solidFill>
                  <a:srgbClr val="526978"/>
                </a:solidFill>
                <a:latin typeface="Arial"/>
                <a:ea typeface="Arial"/>
                <a:cs typeface="Arial"/>
              </a:defRPr>
            </a:lvl4pPr>
            <a:lvl5pPr>
              <a:defRPr sz="1425" b="0">
                <a:solidFill>
                  <a:srgbClr val="526978"/>
                </a:solidFill>
                <a:latin typeface="Arial"/>
                <a:ea typeface="Arial"/>
                <a:cs typeface="Arial"/>
              </a:defRPr>
            </a:lvl5pPr>
            <a:lvl6pPr>
              <a:defRPr sz="1425" b="0">
                <a:solidFill>
                  <a:srgbClr val="526978"/>
                </a:solidFill>
                <a:latin typeface="Arial"/>
                <a:ea typeface="Arial"/>
                <a:cs typeface="Arial"/>
              </a:defRPr>
            </a:lvl6pPr>
            <a:lvl7pPr>
              <a:defRPr sz="1425" b="0">
                <a:solidFill>
                  <a:srgbClr val="526978"/>
                </a:solidFill>
                <a:latin typeface="Arial"/>
                <a:ea typeface="Arial"/>
                <a:cs typeface="Arial"/>
              </a:defRPr>
            </a:lvl7pPr>
            <a:lvl8pPr>
              <a:defRPr sz="1425" b="0">
                <a:solidFill>
                  <a:srgbClr val="526978"/>
                </a:solidFill>
                <a:latin typeface="Arial"/>
                <a:ea typeface="Arial"/>
                <a:cs typeface="Arial"/>
              </a:defRPr>
            </a:lvl8pPr>
            <a:lvl9pPr>
              <a:defRPr sz="1425" b="0">
                <a:solidFill>
                  <a:srgbClr val="526978"/>
                </a:solidFill>
                <a:latin typeface="Arial"/>
                <a:ea typeface="Arial"/>
                <a:cs typeface="Arial"/>
              </a:defRPr>
            </a:lvl9pPr>
          </a:lstStyle>
          <a:p xmlns:a="http://schemas.openxmlformats.org/drawingml/2006/main">
            <a:pPr>
              <a:defRPr sz="1425" b="0">
                <a:solidFill>
                  <a:srgbClr val="526978"/>
                </a:solidFill>
                <a:latin typeface="Arial"/>
                <a:ea typeface="Arial"/>
                <a:cs typeface="Arial"/>
              </a:defRPr>
            </a:pPr>
            <a:r>
              <a:rPr sz="1425" b="0">
                <a:solidFill>
                  <a:srgbClr val="526978"/>
                </a:solidFill>
                <a:latin typeface="Arial"/>
                <a:ea typeface="Arial"/>
                <a:cs typeface="Arial"/>
              </a:rPr>
              <a:t>Administrator</a:t>
            </a:r>
          </a:p>
        </p:txBody>
      </p:sp>
      <p:sp>
        <p:nvSpPr>
          <p:cNvPr id="18" name="">
            <a:extLst xmlns:a="http://schemas.openxmlformats.org/drawingml/2006/main">
              <a:ext uri="{FF2B5EF4-FFF2-40B4-BE49-F238E27FC236}">
                <a16:creationId xmlns:a16="http://schemas.microsoft.com/office/drawing/2014/main" id="{F15DDD2D-FACF-4677-A66B-B2D3FE8E78CE}"/>
              </a:ext>
            </a:extLst>
          </p:cNvPr>
          <p:cNvSpPr>
            <a:spLocks xmlns:a="http://schemas.openxmlformats.org/drawingml/2006/main" noGrp="1"/>
          </p:cNvSpPr>
          <p:nvPr/>
        </p:nvSpPr>
        <p:spPr>
          <a:xfrm xmlns:a="http://schemas.openxmlformats.org/drawingml/2006/main">
            <a:off x="7115175" y="3257550"/>
            <a:ext cx="323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87F8C"/>
                </a:solidFill>
                <a:latin typeface="Arial"/>
                <a:ea typeface="Arial"/>
                <a:cs typeface="Arial"/>
              </a:defRPr>
            </a:defPPr>
            <a:lvl1pPr>
              <a:defRPr sz="2550" b="1">
                <a:solidFill>
                  <a:srgbClr val="087F8C"/>
                </a:solidFill>
                <a:latin typeface="Arial"/>
                <a:ea typeface="Arial"/>
                <a:cs typeface="Arial"/>
              </a:defRPr>
            </a:lvl1pPr>
            <a:lvl2pPr>
              <a:defRPr sz="2550" b="1">
                <a:solidFill>
                  <a:srgbClr val="087F8C"/>
                </a:solidFill>
                <a:latin typeface="Arial"/>
                <a:ea typeface="Arial"/>
                <a:cs typeface="Arial"/>
              </a:defRPr>
            </a:lvl2pPr>
            <a:lvl3pPr>
              <a:defRPr sz="2550" b="1">
                <a:solidFill>
                  <a:srgbClr val="087F8C"/>
                </a:solidFill>
                <a:latin typeface="Arial"/>
                <a:ea typeface="Arial"/>
                <a:cs typeface="Arial"/>
              </a:defRPr>
            </a:lvl3pPr>
            <a:lvl4pPr>
              <a:defRPr sz="2550" b="1">
                <a:solidFill>
                  <a:srgbClr val="087F8C"/>
                </a:solidFill>
                <a:latin typeface="Arial"/>
                <a:ea typeface="Arial"/>
                <a:cs typeface="Arial"/>
              </a:defRPr>
            </a:lvl4pPr>
            <a:lvl5pPr>
              <a:defRPr sz="2550" b="1">
                <a:solidFill>
                  <a:srgbClr val="087F8C"/>
                </a:solidFill>
                <a:latin typeface="Arial"/>
                <a:ea typeface="Arial"/>
                <a:cs typeface="Arial"/>
              </a:defRPr>
            </a:lvl5pPr>
            <a:lvl6pPr>
              <a:defRPr sz="2550" b="1">
                <a:solidFill>
                  <a:srgbClr val="087F8C"/>
                </a:solidFill>
                <a:latin typeface="Arial"/>
                <a:ea typeface="Arial"/>
                <a:cs typeface="Arial"/>
              </a:defRPr>
            </a:lvl6pPr>
            <a:lvl7pPr>
              <a:defRPr sz="2550" b="1">
                <a:solidFill>
                  <a:srgbClr val="087F8C"/>
                </a:solidFill>
                <a:latin typeface="Arial"/>
                <a:ea typeface="Arial"/>
                <a:cs typeface="Arial"/>
              </a:defRPr>
            </a:lvl7pPr>
            <a:lvl8pPr>
              <a:defRPr sz="2550" b="1">
                <a:solidFill>
                  <a:srgbClr val="087F8C"/>
                </a:solidFill>
                <a:latin typeface="Arial"/>
                <a:ea typeface="Arial"/>
                <a:cs typeface="Arial"/>
              </a:defRPr>
            </a:lvl8pPr>
            <a:lvl9pPr>
              <a:defRPr sz="2550" b="1">
                <a:solidFill>
                  <a:srgbClr val="087F8C"/>
                </a:solidFill>
                <a:latin typeface="Arial"/>
                <a:ea typeface="Arial"/>
                <a:cs typeface="Arial"/>
              </a:defRPr>
            </a:lvl9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FA7A9570-8D47-467C-B2CA-58EEE9ECFE04}"/>
              </a:ext>
            </a:extLst>
          </p:cNvPr>
          <p:cNvSpPr>
            <a:spLocks xmlns:a="http://schemas.openxmlformats.org/drawingml/2006/main" noGrp="1"/>
          </p:cNvSpPr>
          <p:nvPr/>
        </p:nvSpPr>
        <p:spPr>
          <a:xfrm xmlns:a="http://schemas.openxmlformats.org/drawingml/2006/main">
            <a:off x="7410450" y="2038350"/>
            <a:ext cx="1714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825" b="1">
                <a:solidFill>
                  <a:srgbClr val="087F8C"/>
                </a:solidFill>
                <a:latin typeface="Arial"/>
                <a:ea typeface="Arial"/>
                <a:cs typeface="Arial"/>
              </a:defRPr>
            </a:defPPr>
            <a:lvl1pPr>
              <a:defRPr sz="3825" b="1">
                <a:solidFill>
                  <a:srgbClr val="087F8C"/>
                </a:solidFill>
                <a:latin typeface="Arial"/>
                <a:ea typeface="Arial"/>
                <a:cs typeface="Arial"/>
              </a:defRPr>
            </a:lvl1pPr>
            <a:lvl2pPr>
              <a:defRPr sz="3825" b="1">
                <a:solidFill>
                  <a:srgbClr val="087F8C"/>
                </a:solidFill>
                <a:latin typeface="Arial"/>
                <a:ea typeface="Arial"/>
                <a:cs typeface="Arial"/>
              </a:defRPr>
            </a:lvl2pPr>
            <a:lvl3pPr>
              <a:defRPr sz="3825" b="1">
                <a:solidFill>
                  <a:srgbClr val="087F8C"/>
                </a:solidFill>
                <a:latin typeface="Arial"/>
                <a:ea typeface="Arial"/>
                <a:cs typeface="Arial"/>
              </a:defRPr>
            </a:lvl3pPr>
            <a:lvl4pPr>
              <a:defRPr sz="3825" b="1">
                <a:solidFill>
                  <a:srgbClr val="087F8C"/>
                </a:solidFill>
                <a:latin typeface="Arial"/>
                <a:ea typeface="Arial"/>
                <a:cs typeface="Arial"/>
              </a:defRPr>
            </a:lvl4pPr>
            <a:lvl5pPr>
              <a:defRPr sz="3825" b="1">
                <a:solidFill>
                  <a:srgbClr val="087F8C"/>
                </a:solidFill>
                <a:latin typeface="Arial"/>
                <a:ea typeface="Arial"/>
                <a:cs typeface="Arial"/>
              </a:defRPr>
            </a:lvl5pPr>
            <a:lvl6pPr>
              <a:defRPr sz="3825" b="1">
                <a:solidFill>
                  <a:srgbClr val="087F8C"/>
                </a:solidFill>
                <a:latin typeface="Arial"/>
                <a:ea typeface="Arial"/>
                <a:cs typeface="Arial"/>
              </a:defRPr>
            </a:lvl6pPr>
            <a:lvl7pPr>
              <a:defRPr sz="3825" b="1">
                <a:solidFill>
                  <a:srgbClr val="087F8C"/>
                </a:solidFill>
                <a:latin typeface="Arial"/>
                <a:ea typeface="Arial"/>
                <a:cs typeface="Arial"/>
              </a:defRPr>
            </a:lvl7pPr>
            <a:lvl8pPr>
              <a:defRPr sz="3825" b="1">
                <a:solidFill>
                  <a:srgbClr val="087F8C"/>
                </a:solidFill>
                <a:latin typeface="Arial"/>
                <a:ea typeface="Arial"/>
                <a:cs typeface="Arial"/>
              </a:defRPr>
            </a:lvl8pPr>
            <a:lvl9pPr>
              <a:defRPr sz="3825" b="1">
                <a:solidFill>
                  <a:srgbClr val="087F8C"/>
                </a:solidFill>
                <a:latin typeface="Arial"/>
                <a:ea typeface="Arial"/>
                <a:cs typeface="Arial"/>
              </a:defRPr>
            </a:lvl9pPr>
          </a:lstStyle>
          <a:p xmlns:a="http://schemas.openxmlformats.org/drawingml/2006/main">
            <a:pPr>
              <a:defRPr sz="3825" b="1">
                <a:solidFill>
                  <a:srgbClr val="087F8C"/>
                </a:solidFill>
                <a:latin typeface="Arial"/>
                <a:ea typeface="Arial"/>
                <a:cs typeface="Arial"/>
              </a:defRPr>
            </a:pPr>
            <a:r>
              <a:rPr sz="3825" b="1">
                <a:solidFill>
                  <a:srgbClr val="087F8C"/>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A3F20362-D4F6-4395-9E44-0F9F88B41510}"/>
              </a:ext>
            </a:extLst>
          </p:cNvPr>
          <p:cNvSpPr>
            <a:spLocks xmlns:a="http://schemas.openxmlformats.org/drawingml/2006/main" noGrp="1"/>
          </p:cNvSpPr>
          <p:nvPr/>
        </p:nvSpPr>
        <p:spPr>
          <a:xfrm xmlns:a="http://schemas.openxmlformats.org/drawingml/2006/main">
            <a:off x="7410450" y="2895600"/>
            <a:ext cx="1905000" cy="1219200"/>
          </a:xfrm>
          <a:prstGeom xmlns:a="http://schemas.openxmlformats.org/drawingml/2006/main" prst="rect">
            <a:avLst/>
          </a:prstGeom>
          <a:solidFill xmlns:a="http://schemas.openxmlformats.org/drawingml/2006/main">
            <a:srgbClr val="EAF3F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8186FCC-5136-4F31-8BBC-527F233A6C37}"/>
              </a:ext>
            </a:extLst>
          </p:cNvPr>
          <p:cNvSpPr>
            <a:spLocks xmlns:a="http://schemas.openxmlformats.org/drawingml/2006/main" noGrp="1"/>
          </p:cNvSpPr>
          <p:nvPr/>
        </p:nvSpPr>
        <p:spPr>
          <a:xfrm xmlns:a="http://schemas.openxmlformats.org/drawingml/2006/main">
            <a:off x="7553325" y="3124200"/>
            <a:ext cx="1619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43247"/>
                </a:solidFill>
                <a:latin typeface="Arial"/>
                <a:ea typeface="Arial"/>
                <a:cs typeface="Arial"/>
              </a:defRPr>
            </a:defPPr>
            <a:lvl1pPr>
              <a:defRPr sz="2400" b="1">
                <a:solidFill>
                  <a:srgbClr val="143247"/>
                </a:solidFill>
                <a:latin typeface="Arial"/>
                <a:ea typeface="Arial"/>
                <a:cs typeface="Arial"/>
              </a:defRPr>
            </a:lvl1pPr>
            <a:lvl2pPr>
              <a:defRPr sz="2400" b="1">
                <a:solidFill>
                  <a:srgbClr val="143247"/>
                </a:solidFill>
                <a:latin typeface="Arial"/>
                <a:ea typeface="Arial"/>
                <a:cs typeface="Arial"/>
              </a:defRPr>
            </a:lvl2pPr>
            <a:lvl3pPr>
              <a:defRPr sz="2400" b="1">
                <a:solidFill>
                  <a:srgbClr val="143247"/>
                </a:solidFill>
                <a:latin typeface="Arial"/>
                <a:ea typeface="Arial"/>
                <a:cs typeface="Arial"/>
              </a:defRPr>
            </a:lvl3pPr>
            <a:lvl4pPr>
              <a:defRPr sz="2400" b="1">
                <a:solidFill>
                  <a:srgbClr val="143247"/>
                </a:solidFill>
                <a:latin typeface="Arial"/>
                <a:ea typeface="Arial"/>
                <a:cs typeface="Arial"/>
              </a:defRPr>
            </a:lvl4pPr>
            <a:lvl5pPr>
              <a:defRPr sz="2400" b="1">
                <a:solidFill>
                  <a:srgbClr val="143247"/>
                </a:solidFill>
                <a:latin typeface="Arial"/>
                <a:ea typeface="Arial"/>
                <a:cs typeface="Arial"/>
              </a:defRPr>
            </a:lvl5pPr>
            <a:lvl6pPr>
              <a:defRPr sz="2400" b="1">
                <a:solidFill>
                  <a:srgbClr val="143247"/>
                </a:solidFill>
                <a:latin typeface="Arial"/>
                <a:ea typeface="Arial"/>
                <a:cs typeface="Arial"/>
              </a:defRPr>
            </a:lvl6pPr>
            <a:lvl7pPr>
              <a:defRPr sz="2400" b="1">
                <a:solidFill>
                  <a:srgbClr val="143247"/>
                </a:solidFill>
                <a:latin typeface="Arial"/>
                <a:ea typeface="Arial"/>
                <a:cs typeface="Arial"/>
              </a:defRPr>
            </a:lvl7pPr>
            <a:lvl8pPr>
              <a:defRPr sz="2400" b="1">
                <a:solidFill>
                  <a:srgbClr val="143247"/>
                </a:solidFill>
                <a:latin typeface="Arial"/>
                <a:ea typeface="Arial"/>
                <a:cs typeface="Arial"/>
              </a:defRPr>
            </a:lvl8pPr>
            <a:lvl9pPr>
              <a:defRPr sz="2400" b="1">
                <a:solidFill>
                  <a:srgbClr val="143247"/>
                </a:solidFill>
                <a:latin typeface="Arial"/>
                <a:ea typeface="Arial"/>
                <a:cs typeface="Arial"/>
              </a:defRPr>
            </a:lvl9pPr>
          </a:lstStyle>
          <a:p xmlns:a="http://schemas.openxmlformats.org/drawingml/2006/main">
            <a:pPr>
              <a:defRPr sz="2400" b="1">
                <a:solidFill>
                  <a:srgbClr val="143247"/>
                </a:solidFill>
                <a:latin typeface="Arial"/>
                <a:ea typeface="Arial"/>
                <a:cs typeface="Arial"/>
              </a:defRPr>
            </a:pPr>
            <a:r>
              <a:rPr sz="2400" b="1">
                <a:solidFill>
                  <a:srgbClr val="143247"/>
                </a:solidFill>
                <a:latin typeface="Arial"/>
                <a:ea typeface="Arial"/>
                <a:cs typeface="Arial"/>
              </a:rPr>
              <a:t>Repair</a:t>
            </a:r>
          </a:p>
        </p:txBody>
      </p:sp>
      <p:sp>
        <p:nvSpPr>
          <p:cNvPr id="22" name="">
            <a:extLst xmlns:a="http://schemas.openxmlformats.org/drawingml/2006/main">
              <a:ext uri="{FF2B5EF4-FFF2-40B4-BE49-F238E27FC236}">
                <a16:creationId xmlns:a16="http://schemas.microsoft.com/office/drawing/2014/main" id="{1A1792BB-5A6F-4D9F-9DAB-359FAE2433C5}"/>
              </a:ext>
            </a:extLst>
          </p:cNvPr>
          <p:cNvSpPr>
            <a:spLocks xmlns:a="http://schemas.openxmlformats.org/drawingml/2006/main" noGrp="1"/>
          </p:cNvSpPr>
          <p:nvPr/>
        </p:nvSpPr>
        <p:spPr>
          <a:xfrm xmlns:a="http://schemas.openxmlformats.org/drawingml/2006/main">
            <a:off x="7553325" y="3657600"/>
            <a:ext cx="16859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978"/>
                </a:solidFill>
                <a:latin typeface="Arial"/>
                <a:ea typeface="Arial"/>
                <a:cs typeface="Arial"/>
              </a:defRPr>
            </a:defPPr>
            <a:lvl1pPr>
              <a:defRPr sz="1425" b="0">
                <a:solidFill>
                  <a:srgbClr val="526978"/>
                </a:solidFill>
                <a:latin typeface="Arial"/>
                <a:ea typeface="Arial"/>
                <a:cs typeface="Arial"/>
              </a:defRPr>
            </a:lvl1pPr>
            <a:lvl2pPr>
              <a:defRPr sz="1425" b="0">
                <a:solidFill>
                  <a:srgbClr val="526978"/>
                </a:solidFill>
                <a:latin typeface="Arial"/>
                <a:ea typeface="Arial"/>
                <a:cs typeface="Arial"/>
              </a:defRPr>
            </a:lvl2pPr>
            <a:lvl3pPr>
              <a:defRPr sz="1425" b="0">
                <a:solidFill>
                  <a:srgbClr val="526978"/>
                </a:solidFill>
                <a:latin typeface="Arial"/>
                <a:ea typeface="Arial"/>
                <a:cs typeface="Arial"/>
              </a:defRPr>
            </a:lvl3pPr>
            <a:lvl4pPr>
              <a:defRPr sz="1425" b="0">
                <a:solidFill>
                  <a:srgbClr val="526978"/>
                </a:solidFill>
                <a:latin typeface="Arial"/>
                <a:ea typeface="Arial"/>
                <a:cs typeface="Arial"/>
              </a:defRPr>
            </a:lvl4pPr>
            <a:lvl5pPr>
              <a:defRPr sz="1425" b="0">
                <a:solidFill>
                  <a:srgbClr val="526978"/>
                </a:solidFill>
                <a:latin typeface="Arial"/>
                <a:ea typeface="Arial"/>
                <a:cs typeface="Arial"/>
              </a:defRPr>
            </a:lvl5pPr>
            <a:lvl6pPr>
              <a:defRPr sz="1425" b="0">
                <a:solidFill>
                  <a:srgbClr val="526978"/>
                </a:solidFill>
                <a:latin typeface="Arial"/>
                <a:ea typeface="Arial"/>
                <a:cs typeface="Arial"/>
              </a:defRPr>
            </a:lvl6pPr>
            <a:lvl7pPr>
              <a:defRPr sz="1425" b="0">
                <a:solidFill>
                  <a:srgbClr val="526978"/>
                </a:solidFill>
                <a:latin typeface="Arial"/>
                <a:ea typeface="Arial"/>
                <a:cs typeface="Arial"/>
              </a:defRPr>
            </a:lvl7pPr>
            <a:lvl8pPr>
              <a:defRPr sz="1425" b="0">
                <a:solidFill>
                  <a:srgbClr val="526978"/>
                </a:solidFill>
                <a:latin typeface="Arial"/>
                <a:ea typeface="Arial"/>
                <a:cs typeface="Arial"/>
              </a:defRPr>
            </a:lvl8pPr>
            <a:lvl9pPr>
              <a:defRPr sz="1425" b="0">
                <a:solidFill>
                  <a:srgbClr val="526978"/>
                </a:solidFill>
                <a:latin typeface="Arial"/>
                <a:ea typeface="Arial"/>
                <a:cs typeface="Arial"/>
              </a:defRPr>
            </a:lvl9pPr>
          </a:lstStyle>
          <a:p xmlns:a="http://schemas.openxmlformats.org/drawingml/2006/main">
            <a:pPr>
              <a:defRPr sz="1425" b="0">
                <a:solidFill>
                  <a:srgbClr val="526978"/>
                </a:solidFill>
                <a:latin typeface="Arial"/>
                <a:ea typeface="Arial"/>
                <a:cs typeface="Arial"/>
              </a:defRPr>
            </a:pPr>
            <a:r>
              <a:rPr sz="1425" b="0">
                <a:solidFill>
                  <a:srgbClr val="526978"/>
                </a:solidFill>
                <a:latin typeface="Arial"/>
                <a:ea typeface="Arial"/>
                <a:cs typeface="Arial"/>
              </a:rPr>
              <a:t>Technician</a:t>
            </a:r>
          </a:p>
        </p:txBody>
      </p:sp>
      <p:sp>
        <p:nvSpPr>
          <p:cNvPr id="23" name="">
            <a:extLst xmlns:a="http://schemas.openxmlformats.org/drawingml/2006/main">
              <a:ext uri="{FF2B5EF4-FFF2-40B4-BE49-F238E27FC236}">
                <a16:creationId xmlns:a16="http://schemas.microsoft.com/office/drawing/2014/main" id="{8D8A96B1-4DAF-43FB-8A7D-FDB026C5E07E}"/>
              </a:ext>
            </a:extLst>
          </p:cNvPr>
          <p:cNvSpPr>
            <a:spLocks xmlns:a="http://schemas.openxmlformats.org/drawingml/2006/main" noGrp="1"/>
          </p:cNvSpPr>
          <p:nvPr/>
        </p:nvSpPr>
        <p:spPr>
          <a:xfrm xmlns:a="http://schemas.openxmlformats.org/drawingml/2006/main">
            <a:off x="9382125" y="3257550"/>
            <a:ext cx="323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87F8C"/>
                </a:solidFill>
                <a:latin typeface="Arial"/>
                <a:ea typeface="Arial"/>
                <a:cs typeface="Arial"/>
              </a:defRPr>
            </a:defPPr>
            <a:lvl1pPr>
              <a:defRPr sz="2550" b="1">
                <a:solidFill>
                  <a:srgbClr val="087F8C"/>
                </a:solidFill>
                <a:latin typeface="Arial"/>
                <a:ea typeface="Arial"/>
                <a:cs typeface="Arial"/>
              </a:defRPr>
            </a:lvl1pPr>
            <a:lvl2pPr>
              <a:defRPr sz="2550" b="1">
                <a:solidFill>
                  <a:srgbClr val="087F8C"/>
                </a:solidFill>
                <a:latin typeface="Arial"/>
                <a:ea typeface="Arial"/>
                <a:cs typeface="Arial"/>
              </a:defRPr>
            </a:lvl2pPr>
            <a:lvl3pPr>
              <a:defRPr sz="2550" b="1">
                <a:solidFill>
                  <a:srgbClr val="087F8C"/>
                </a:solidFill>
                <a:latin typeface="Arial"/>
                <a:ea typeface="Arial"/>
                <a:cs typeface="Arial"/>
              </a:defRPr>
            </a:lvl3pPr>
            <a:lvl4pPr>
              <a:defRPr sz="2550" b="1">
                <a:solidFill>
                  <a:srgbClr val="087F8C"/>
                </a:solidFill>
                <a:latin typeface="Arial"/>
                <a:ea typeface="Arial"/>
                <a:cs typeface="Arial"/>
              </a:defRPr>
            </a:lvl4pPr>
            <a:lvl5pPr>
              <a:defRPr sz="2550" b="1">
                <a:solidFill>
                  <a:srgbClr val="087F8C"/>
                </a:solidFill>
                <a:latin typeface="Arial"/>
                <a:ea typeface="Arial"/>
                <a:cs typeface="Arial"/>
              </a:defRPr>
            </a:lvl5pPr>
            <a:lvl6pPr>
              <a:defRPr sz="2550" b="1">
                <a:solidFill>
                  <a:srgbClr val="087F8C"/>
                </a:solidFill>
                <a:latin typeface="Arial"/>
                <a:ea typeface="Arial"/>
                <a:cs typeface="Arial"/>
              </a:defRPr>
            </a:lvl6pPr>
            <a:lvl7pPr>
              <a:defRPr sz="2550" b="1">
                <a:solidFill>
                  <a:srgbClr val="087F8C"/>
                </a:solidFill>
                <a:latin typeface="Arial"/>
                <a:ea typeface="Arial"/>
                <a:cs typeface="Arial"/>
              </a:defRPr>
            </a:lvl7pPr>
            <a:lvl8pPr>
              <a:defRPr sz="2550" b="1">
                <a:solidFill>
                  <a:srgbClr val="087F8C"/>
                </a:solidFill>
                <a:latin typeface="Arial"/>
                <a:ea typeface="Arial"/>
                <a:cs typeface="Arial"/>
              </a:defRPr>
            </a:lvl8pPr>
            <a:lvl9pPr>
              <a:defRPr sz="2550" b="1">
                <a:solidFill>
                  <a:srgbClr val="087F8C"/>
                </a:solidFill>
                <a:latin typeface="Arial"/>
                <a:ea typeface="Arial"/>
                <a:cs typeface="Arial"/>
              </a:defRPr>
            </a:lvl9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606E9709-4E7A-4AC2-9D6F-D112B220B51C}"/>
              </a:ext>
            </a:extLst>
          </p:cNvPr>
          <p:cNvSpPr>
            <a:spLocks xmlns:a="http://schemas.openxmlformats.org/drawingml/2006/main" noGrp="1"/>
          </p:cNvSpPr>
          <p:nvPr/>
        </p:nvSpPr>
        <p:spPr>
          <a:xfrm xmlns:a="http://schemas.openxmlformats.org/drawingml/2006/main">
            <a:off x="9677400" y="2038350"/>
            <a:ext cx="1714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825" b="1">
                <a:solidFill>
                  <a:srgbClr val="087F8C"/>
                </a:solidFill>
                <a:latin typeface="Arial"/>
                <a:ea typeface="Arial"/>
                <a:cs typeface="Arial"/>
              </a:defRPr>
            </a:defPPr>
            <a:lvl1pPr>
              <a:defRPr sz="3825" b="1">
                <a:solidFill>
                  <a:srgbClr val="087F8C"/>
                </a:solidFill>
                <a:latin typeface="Arial"/>
                <a:ea typeface="Arial"/>
                <a:cs typeface="Arial"/>
              </a:defRPr>
            </a:lvl1pPr>
            <a:lvl2pPr>
              <a:defRPr sz="3825" b="1">
                <a:solidFill>
                  <a:srgbClr val="087F8C"/>
                </a:solidFill>
                <a:latin typeface="Arial"/>
                <a:ea typeface="Arial"/>
                <a:cs typeface="Arial"/>
              </a:defRPr>
            </a:lvl2pPr>
            <a:lvl3pPr>
              <a:defRPr sz="3825" b="1">
                <a:solidFill>
                  <a:srgbClr val="087F8C"/>
                </a:solidFill>
                <a:latin typeface="Arial"/>
                <a:ea typeface="Arial"/>
                <a:cs typeface="Arial"/>
              </a:defRPr>
            </a:lvl3pPr>
            <a:lvl4pPr>
              <a:defRPr sz="3825" b="1">
                <a:solidFill>
                  <a:srgbClr val="087F8C"/>
                </a:solidFill>
                <a:latin typeface="Arial"/>
                <a:ea typeface="Arial"/>
                <a:cs typeface="Arial"/>
              </a:defRPr>
            </a:lvl4pPr>
            <a:lvl5pPr>
              <a:defRPr sz="3825" b="1">
                <a:solidFill>
                  <a:srgbClr val="087F8C"/>
                </a:solidFill>
                <a:latin typeface="Arial"/>
                <a:ea typeface="Arial"/>
                <a:cs typeface="Arial"/>
              </a:defRPr>
            </a:lvl5pPr>
            <a:lvl6pPr>
              <a:defRPr sz="3825" b="1">
                <a:solidFill>
                  <a:srgbClr val="087F8C"/>
                </a:solidFill>
                <a:latin typeface="Arial"/>
                <a:ea typeface="Arial"/>
                <a:cs typeface="Arial"/>
              </a:defRPr>
            </a:lvl6pPr>
            <a:lvl7pPr>
              <a:defRPr sz="3825" b="1">
                <a:solidFill>
                  <a:srgbClr val="087F8C"/>
                </a:solidFill>
                <a:latin typeface="Arial"/>
                <a:ea typeface="Arial"/>
                <a:cs typeface="Arial"/>
              </a:defRPr>
            </a:lvl7pPr>
            <a:lvl8pPr>
              <a:defRPr sz="3825" b="1">
                <a:solidFill>
                  <a:srgbClr val="087F8C"/>
                </a:solidFill>
                <a:latin typeface="Arial"/>
                <a:ea typeface="Arial"/>
                <a:cs typeface="Arial"/>
              </a:defRPr>
            </a:lvl8pPr>
            <a:lvl9pPr>
              <a:defRPr sz="3825" b="1">
                <a:solidFill>
                  <a:srgbClr val="087F8C"/>
                </a:solidFill>
                <a:latin typeface="Arial"/>
                <a:ea typeface="Arial"/>
                <a:cs typeface="Arial"/>
              </a:defRPr>
            </a:lvl9pPr>
          </a:lstStyle>
          <a:p xmlns:a="http://schemas.openxmlformats.org/drawingml/2006/main">
            <a:pPr>
              <a:defRPr sz="3825" b="1">
                <a:solidFill>
                  <a:srgbClr val="087F8C"/>
                </a:solidFill>
                <a:latin typeface="Arial"/>
                <a:ea typeface="Arial"/>
                <a:cs typeface="Arial"/>
              </a:defRPr>
            </a:pPr>
            <a:r>
              <a:rPr sz="3825" b="1">
                <a:solidFill>
                  <a:srgbClr val="087F8C"/>
                </a:solidFill>
                <a:latin typeface="Arial"/>
                <a:ea typeface="Arial"/>
                <a:cs typeface="Arial"/>
              </a:rPr>
              <a:t>5</a:t>
            </a:r>
          </a:p>
        </p:txBody>
      </p:sp>
      <p:sp>
        <p:nvSpPr>
          <p:cNvPr id="25" name="">
            <a:extLst xmlns:a="http://schemas.openxmlformats.org/drawingml/2006/main">
              <a:ext uri="{FF2B5EF4-FFF2-40B4-BE49-F238E27FC236}">
                <a16:creationId xmlns:a16="http://schemas.microsoft.com/office/drawing/2014/main" id="{05BB383A-F000-4A43-94BA-4711D2EC02BE}"/>
              </a:ext>
            </a:extLst>
          </p:cNvPr>
          <p:cNvSpPr>
            <a:spLocks xmlns:a="http://schemas.openxmlformats.org/drawingml/2006/main" noGrp="1"/>
          </p:cNvSpPr>
          <p:nvPr/>
        </p:nvSpPr>
        <p:spPr>
          <a:xfrm xmlns:a="http://schemas.openxmlformats.org/drawingml/2006/main">
            <a:off x="9677400" y="2895600"/>
            <a:ext cx="1905000" cy="1219200"/>
          </a:xfrm>
          <a:prstGeom xmlns:a="http://schemas.openxmlformats.org/drawingml/2006/main" prst="rect">
            <a:avLst/>
          </a:prstGeom>
          <a:solidFill xmlns:a="http://schemas.openxmlformats.org/drawingml/2006/main">
            <a:srgbClr val="EAF3F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B48C7AF-9719-4DF1-9BA0-3AD7A2BD4279}"/>
              </a:ext>
            </a:extLst>
          </p:cNvPr>
          <p:cNvSpPr>
            <a:spLocks xmlns:a="http://schemas.openxmlformats.org/drawingml/2006/main" noGrp="1"/>
          </p:cNvSpPr>
          <p:nvPr/>
        </p:nvSpPr>
        <p:spPr>
          <a:xfrm xmlns:a="http://schemas.openxmlformats.org/drawingml/2006/main">
            <a:off x="9820275" y="3124200"/>
            <a:ext cx="1619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43247"/>
                </a:solidFill>
                <a:latin typeface="Arial"/>
                <a:ea typeface="Arial"/>
                <a:cs typeface="Arial"/>
              </a:defRPr>
            </a:defPPr>
            <a:lvl1pPr>
              <a:defRPr sz="2400" b="1">
                <a:solidFill>
                  <a:srgbClr val="143247"/>
                </a:solidFill>
                <a:latin typeface="Arial"/>
                <a:ea typeface="Arial"/>
                <a:cs typeface="Arial"/>
              </a:defRPr>
            </a:lvl1pPr>
            <a:lvl2pPr>
              <a:defRPr sz="2400" b="1">
                <a:solidFill>
                  <a:srgbClr val="143247"/>
                </a:solidFill>
                <a:latin typeface="Arial"/>
                <a:ea typeface="Arial"/>
                <a:cs typeface="Arial"/>
              </a:defRPr>
            </a:lvl2pPr>
            <a:lvl3pPr>
              <a:defRPr sz="2400" b="1">
                <a:solidFill>
                  <a:srgbClr val="143247"/>
                </a:solidFill>
                <a:latin typeface="Arial"/>
                <a:ea typeface="Arial"/>
                <a:cs typeface="Arial"/>
              </a:defRPr>
            </a:lvl3pPr>
            <a:lvl4pPr>
              <a:defRPr sz="2400" b="1">
                <a:solidFill>
                  <a:srgbClr val="143247"/>
                </a:solidFill>
                <a:latin typeface="Arial"/>
                <a:ea typeface="Arial"/>
                <a:cs typeface="Arial"/>
              </a:defRPr>
            </a:lvl4pPr>
            <a:lvl5pPr>
              <a:defRPr sz="2400" b="1">
                <a:solidFill>
                  <a:srgbClr val="143247"/>
                </a:solidFill>
                <a:latin typeface="Arial"/>
                <a:ea typeface="Arial"/>
                <a:cs typeface="Arial"/>
              </a:defRPr>
            </a:lvl5pPr>
            <a:lvl6pPr>
              <a:defRPr sz="2400" b="1">
                <a:solidFill>
                  <a:srgbClr val="143247"/>
                </a:solidFill>
                <a:latin typeface="Arial"/>
                <a:ea typeface="Arial"/>
                <a:cs typeface="Arial"/>
              </a:defRPr>
            </a:lvl6pPr>
            <a:lvl7pPr>
              <a:defRPr sz="2400" b="1">
                <a:solidFill>
                  <a:srgbClr val="143247"/>
                </a:solidFill>
                <a:latin typeface="Arial"/>
                <a:ea typeface="Arial"/>
                <a:cs typeface="Arial"/>
              </a:defRPr>
            </a:lvl7pPr>
            <a:lvl8pPr>
              <a:defRPr sz="2400" b="1">
                <a:solidFill>
                  <a:srgbClr val="143247"/>
                </a:solidFill>
                <a:latin typeface="Arial"/>
                <a:ea typeface="Arial"/>
                <a:cs typeface="Arial"/>
              </a:defRPr>
            </a:lvl8pPr>
            <a:lvl9pPr>
              <a:defRPr sz="2400" b="1">
                <a:solidFill>
                  <a:srgbClr val="143247"/>
                </a:solidFill>
                <a:latin typeface="Arial"/>
                <a:ea typeface="Arial"/>
                <a:cs typeface="Arial"/>
              </a:defRPr>
            </a:lvl9pPr>
          </a:lstStyle>
          <a:p xmlns:a="http://schemas.openxmlformats.org/drawingml/2006/main">
            <a:pPr>
              <a:defRPr sz="2400" b="1">
                <a:solidFill>
                  <a:srgbClr val="143247"/>
                </a:solidFill>
                <a:latin typeface="Arial"/>
                <a:ea typeface="Arial"/>
                <a:cs typeface="Arial"/>
              </a:defRPr>
            </a:pPr>
            <a:r>
              <a:rPr sz="2400" b="1">
                <a:solidFill>
                  <a:srgbClr val="143247"/>
                </a:solidFill>
                <a:latin typeface="Arial"/>
                <a:ea typeface="Arial"/>
                <a:cs typeface="Arial"/>
              </a:rPr>
              <a:t>Verify</a:t>
            </a:r>
          </a:p>
        </p:txBody>
      </p:sp>
      <p:sp>
        <p:nvSpPr>
          <p:cNvPr id="27" name="">
            <a:extLst xmlns:a="http://schemas.openxmlformats.org/drawingml/2006/main">
              <a:ext uri="{FF2B5EF4-FFF2-40B4-BE49-F238E27FC236}">
                <a16:creationId xmlns:a16="http://schemas.microsoft.com/office/drawing/2014/main" id="{E4A851AF-2CBF-4A50-B59D-7DEAAA7A133D}"/>
              </a:ext>
            </a:extLst>
          </p:cNvPr>
          <p:cNvSpPr>
            <a:spLocks xmlns:a="http://schemas.openxmlformats.org/drawingml/2006/main" noGrp="1"/>
          </p:cNvSpPr>
          <p:nvPr/>
        </p:nvSpPr>
        <p:spPr>
          <a:xfrm xmlns:a="http://schemas.openxmlformats.org/drawingml/2006/main">
            <a:off x="9820275" y="3657600"/>
            <a:ext cx="16859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978"/>
                </a:solidFill>
                <a:latin typeface="Arial"/>
                <a:ea typeface="Arial"/>
                <a:cs typeface="Arial"/>
              </a:defRPr>
            </a:defPPr>
            <a:lvl1pPr>
              <a:defRPr sz="1425" b="0">
                <a:solidFill>
                  <a:srgbClr val="526978"/>
                </a:solidFill>
                <a:latin typeface="Arial"/>
                <a:ea typeface="Arial"/>
                <a:cs typeface="Arial"/>
              </a:defRPr>
            </a:lvl1pPr>
            <a:lvl2pPr>
              <a:defRPr sz="1425" b="0">
                <a:solidFill>
                  <a:srgbClr val="526978"/>
                </a:solidFill>
                <a:latin typeface="Arial"/>
                <a:ea typeface="Arial"/>
                <a:cs typeface="Arial"/>
              </a:defRPr>
            </a:lvl2pPr>
            <a:lvl3pPr>
              <a:defRPr sz="1425" b="0">
                <a:solidFill>
                  <a:srgbClr val="526978"/>
                </a:solidFill>
                <a:latin typeface="Arial"/>
                <a:ea typeface="Arial"/>
                <a:cs typeface="Arial"/>
              </a:defRPr>
            </a:lvl3pPr>
            <a:lvl4pPr>
              <a:defRPr sz="1425" b="0">
                <a:solidFill>
                  <a:srgbClr val="526978"/>
                </a:solidFill>
                <a:latin typeface="Arial"/>
                <a:ea typeface="Arial"/>
                <a:cs typeface="Arial"/>
              </a:defRPr>
            </a:lvl4pPr>
            <a:lvl5pPr>
              <a:defRPr sz="1425" b="0">
                <a:solidFill>
                  <a:srgbClr val="526978"/>
                </a:solidFill>
                <a:latin typeface="Arial"/>
                <a:ea typeface="Arial"/>
                <a:cs typeface="Arial"/>
              </a:defRPr>
            </a:lvl5pPr>
            <a:lvl6pPr>
              <a:defRPr sz="1425" b="0">
                <a:solidFill>
                  <a:srgbClr val="526978"/>
                </a:solidFill>
                <a:latin typeface="Arial"/>
                <a:ea typeface="Arial"/>
                <a:cs typeface="Arial"/>
              </a:defRPr>
            </a:lvl6pPr>
            <a:lvl7pPr>
              <a:defRPr sz="1425" b="0">
                <a:solidFill>
                  <a:srgbClr val="526978"/>
                </a:solidFill>
                <a:latin typeface="Arial"/>
                <a:ea typeface="Arial"/>
                <a:cs typeface="Arial"/>
              </a:defRPr>
            </a:lvl7pPr>
            <a:lvl8pPr>
              <a:defRPr sz="1425" b="0">
                <a:solidFill>
                  <a:srgbClr val="526978"/>
                </a:solidFill>
                <a:latin typeface="Arial"/>
                <a:ea typeface="Arial"/>
                <a:cs typeface="Arial"/>
              </a:defRPr>
            </a:lvl8pPr>
            <a:lvl9pPr>
              <a:defRPr sz="1425" b="0">
                <a:solidFill>
                  <a:srgbClr val="526978"/>
                </a:solidFill>
                <a:latin typeface="Arial"/>
                <a:ea typeface="Arial"/>
                <a:cs typeface="Arial"/>
              </a:defRPr>
            </a:lvl9pPr>
          </a:lstStyle>
          <a:p xmlns:a="http://schemas.openxmlformats.org/drawingml/2006/main">
            <a:pPr>
              <a:defRPr sz="1425" b="0">
                <a:solidFill>
                  <a:srgbClr val="526978"/>
                </a:solidFill>
                <a:latin typeface="Arial"/>
                <a:ea typeface="Arial"/>
                <a:cs typeface="Arial"/>
              </a:defRPr>
            </a:pPr>
            <a:r>
              <a:rPr sz="1425" b="0">
                <a:solidFill>
                  <a:srgbClr val="526978"/>
                </a:solidFill>
                <a:latin typeface="Arial"/>
                <a:ea typeface="Arial"/>
                <a:cs typeface="Arial"/>
              </a:rPr>
              <a:t>Administrator</a:t>
            </a:r>
          </a:p>
        </p:txBody>
      </p:sp>
      <p:sp>
        <p:nvSpPr>
          <p:cNvPr id="28" name="">
            <a:extLst xmlns:a="http://schemas.openxmlformats.org/drawingml/2006/main">
              <a:ext uri="{FF2B5EF4-FFF2-40B4-BE49-F238E27FC236}">
                <a16:creationId xmlns:a16="http://schemas.microsoft.com/office/drawing/2014/main" id="{1FF4777E-E5B2-491A-A096-C61CF2A1A7E3}"/>
              </a:ext>
            </a:extLst>
          </p:cNvPr>
          <p:cNvSpPr>
            <a:spLocks xmlns:a="http://schemas.openxmlformats.org/drawingml/2006/main" noGrp="1"/>
          </p:cNvSpPr>
          <p:nvPr/>
        </p:nvSpPr>
        <p:spPr>
          <a:xfrm xmlns:a="http://schemas.openxmlformats.org/drawingml/2006/main">
            <a:off x="609600" y="4667250"/>
            <a:ext cx="10972800" cy="28575"/>
          </a:xfrm>
          <a:prstGeom xmlns:a="http://schemas.openxmlformats.org/drawingml/2006/main" prst="rect">
            <a:avLst/>
          </a:prstGeom>
          <a:solidFill xmlns:a="http://schemas.openxmlformats.org/drawingml/2006/main">
            <a:srgbClr val="C8DCE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DF2617B3-A021-4141-8B8C-98F1E7FEBFB3}"/>
              </a:ext>
            </a:extLst>
          </p:cNvPr>
          <p:cNvSpPr>
            <a:spLocks xmlns:a="http://schemas.openxmlformats.org/drawingml/2006/main" noGrp="1"/>
          </p:cNvSpPr>
          <p:nvPr/>
        </p:nvSpPr>
        <p:spPr>
          <a:xfrm xmlns:a="http://schemas.openxmlformats.org/drawingml/2006/main">
            <a:off x="609600" y="507682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D3662B"/>
                </a:solidFill>
                <a:latin typeface="Arial"/>
                <a:ea typeface="Arial"/>
                <a:cs typeface="Arial"/>
              </a:defRPr>
            </a:defPPr>
            <a:lvl1pPr>
              <a:defRPr sz="2175" b="1">
                <a:solidFill>
                  <a:srgbClr val="D3662B"/>
                </a:solidFill>
                <a:latin typeface="Arial"/>
                <a:ea typeface="Arial"/>
                <a:cs typeface="Arial"/>
              </a:defRPr>
            </a:lvl1pPr>
            <a:lvl2pPr>
              <a:defRPr sz="2175" b="1">
                <a:solidFill>
                  <a:srgbClr val="D3662B"/>
                </a:solidFill>
                <a:latin typeface="Arial"/>
                <a:ea typeface="Arial"/>
                <a:cs typeface="Arial"/>
              </a:defRPr>
            </a:lvl2pPr>
            <a:lvl3pPr>
              <a:defRPr sz="2175" b="1">
                <a:solidFill>
                  <a:srgbClr val="D3662B"/>
                </a:solidFill>
                <a:latin typeface="Arial"/>
                <a:ea typeface="Arial"/>
                <a:cs typeface="Arial"/>
              </a:defRPr>
            </a:lvl3pPr>
            <a:lvl4pPr>
              <a:defRPr sz="2175" b="1">
                <a:solidFill>
                  <a:srgbClr val="D3662B"/>
                </a:solidFill>
                <a:latin typeface="Arial"/>
                <a:ea typeface="Arial"/>
                <a:cs typeface="Arial"/>
              </a:defRPr>
            </a:lvl4pPr>
            <a:lvl5pPr>
              <a:defRPr sz="2175" b="1">
                <a:solidFill>
                  <a:srgbClr val="D3662B"/>
                </a:solidFill>
                <a:latin typeface="Arial"/>
                <a:ea typeface="Arial"/>
                <a:cs typeface="Arial"/>
              </a:defRPr>
            </a:lvl5pPr>
            <a:lvl6pPr>
              <a:defRPr sz="2175" b="1">
                <a:solidFill>
                  <a:srgbClr val="D3662B"/>
                </a:solidFill>
                <a:latin typeface="Arial"/>
                <a:ea typeface="Arial"/>
                <a:cs typeface="Arial"/>
              </a:defRPr>
            </a:lvl6pPr>
            <a:lvl7pPr>
              <a:defRPr sz="2175" b="1">
                <a:solidFill>
                  <a:srgbClr val="D3662B"/>
                </a:solidFill>
                <a:latin typeface="Arial"/>
                <a:ea typeface="Arial"/>
                <a:cs typeface="Arial"/>
              </a:defRPr>
            </a:lvl7pPr>
            <a:lvl8pPr>
              <a:defRPr sz="2175" b="1">
                <a:solidFill>
                  <a:srgbClr val="D3662B"/>
                </a:solidFill>
                <a:latin typeface="Arial"/>
                <a:ea typeface="Arial"/>
                <a:cs typeface="Arial"/>
              </a:defRPr>
            </a:lvl8pPr>
            <a:lvl9pPr>
              <a:defRPr sz="2175" b="1">
                <a:solidFill>
                  <a:srgbClr val="D3662B"/>
                </a:solidFill>
                <a:latin typeface="Arial"/>
                <a:ea typeface="Arial"/>
                <a:cs typeface="Arial"/>
              </a:defRPr>
            </a:lvl9pPr>
          </a:lstStyle>
          <a:p xmlns:a="http://schemas.openxmlformats.org/drawingml/2006/main">
            <a:pPr>
              <a:defRPr sz="2175" b="1">
                <a:solidFill>
                  <a:srgbClr val="D3662B"/>
                </a:solidFill>
                <a:latin typeface="Arial"/>
                <a:ea typeface="Arial"/>
                <a:cs typeface="Arial"/>
              </a:defRPr>
            </a:pPr>
            <a:r>
              <a:rPr sz="2175" b="1">
                <a:solidFill>
                  <a:srgbClr val="D3662B"/>
                </a:solidFill>
                <a:latin typeface="Arial"/>
                <a:ea typeface="Arial"/>
                <a:cs typeface="Arial"/>
              </a:rPr>
              <a:t>If work is returned:</a:t>
            </a:r>
          </a:p>
        </p:txBody>
      </p:sp>
      <p:sp>
        <p:nvSpPr>
          <p:cNvPr id="30" name="">
            <a:extLst xmlns:a="http://schemas.openxmlformats.org/drawingml/2006/main">
              <a:ext uri="{FF2B5EF4-FFF2-40B4-BE49-F238E27FC236}">
                <a16:creationId xmlns:a16="http://schemas.microsoft.com/office/drawing/2014/main" id="{0BD69068-F47B-4B0D-9C38-C0422C0B493A}"/>
              </a:ext>
            </a:extLst>
          </p:cNvPr>
          <p:cNvSpPr>
            <a:spLocks xmlns:a="http://schemas.openxmlformats.org/drawingml/2006/main" noGrp="1"/>
          </p:cNvSpPr>
          <p:nvPr/>
        </p:nvSpPr>
        <p:spPr>
          <a:xfrm xmlns:a="http://schemas.openxmlformats.org/drawingml/2006/main">
            <a:off x="3810000" y="5076825"/>
            <a:ext cx="75819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247"/>
                </a:solidFill>
                <a:latin typeface="Arial"/>
                <a:ea typeface="Arial"/>
                <a:cs typeface="Arial"/>
              </a:defRPr>
            </a:defPPr>
            <a:lvl1pPr>
              <a:defRPr sz="2175" b="0">
                <a:solidFill>
                  <a:srgbClr val="143247"/>
                </a:solidFill>
                <a:latin typeface="Arial"/>
                <a:ea typeface="Arial"/>
                <a:cs typeface="Arial"/>
              </a:defRPr>
            </a:lvl1pPr>
            <a:lvl2pPr>
              <a:defRPr sz="2175" b="0">
                <a:solidFill>
                  <a:srgbClr val="143247"/>
                </a:solidFill>
                <a:latin typeface="Arial"/>
                <a:ea typeface="Arial"/>
                <a:cs typeface="Arial"/>
              </a:defRPr>
            </a:lvl2pPr>
            <a:lvl3pPr>
              <a:defRPr sz="2175" b="0">
                <a:solidFill>
                  <a:srgbClr val="143247"/>
                </a:solidFill>
                <a:latin typeface="Arial"/>
                <a:ea typeface="Arial"/>
                <a:cs typeface="Arial"/>
              </a:defRPr>
            </a:lvl3pPr>
            <a:lvl4pPr>
              <a:defRPr sz="2175" b="0">
                <a:solidFill>
                  <a:srgbClr val="143247"/>
                </a:solidFill>
                <a:latin typeface="Arial"/>
                <a:ea typeface="Arial"/>
                <a:cs typeface="Arial"/>
              </a:defRPr>
            </a:lvl4pPr>
            <a:lvl5pPr>
              <a:defRPr sz="2175" b="0">
                <a:solidFill>
                  <a:srgbClr val="143247"/>
                </a:solidFill>
                <a:latin typeface="Arial"/>
                <a:ea typeface="Arial"/>
                <a:cs typeface="Arial"/>
              </a:defRPr>
            </a:lvl5pPr>
            <a:lvl6pPr>
              <a:defRPr sz="2175" b="0">
                <a:solidFill>
                  <a:srgbClr val="143247"/>
                </a:solidFill>
                <a:latin typeface="Arial"/>
                <a:ea typeface="Arial"/>
                <a:cs typeface="Arial"/>
              </a:defRPr>
            </a:lvl6pPr>
            <a:lvl7pPr>
              <a:defRPr sz="2175" b="0">
                <a:solidFill>
                  <a:srgbClr val="143247"/>
                </a:solidFill>
                <a:latin typeface="Arial"/>
                <a:ea typeface="Arial"/>
                <a:cs typeface="Arial"/>
              </a:defRPr>
            </a:lvl7pPr>
            <a:lvl8pPr>
              <a:defRPr sz="2175" b="0">
                <a:solidFill>
                  <a:srgbClr val="143247"/>
                </a:solidFill>
                <a:latin typeface="Arial"/>
                <a:ea typeface="Arial"/>
                <a:cs typeface="Arial"/>
              </a:defRPr>
            </a:lvl8pPr>
            <a:lvl9pPr>
              <a:defRPr sz="2175" b="0">
                <a:solidFill>
                  <a:srgbClr val="143247"/>
                </a:solidFill>
                <a:latin typeface="Arial"/>
                <a:ea typeface="Arial"/>
                <a:cs typeface="Arial"/>
              </a:defRPr>
            </a:lvl9pPr>
          </a:lstStyle>
          <a:p xmlns:a="http://schemas.openxmlformats.org/drawingml/2006/main">
            <a:pPr>
              <a:defRPr sz="2175" b="0">
                <a:solidFill>
                  <a:srgbClr val="143247"/>
                </a:solidFill>
                <a:latin typeface="Arial"/>
                <a:ea typeface="Arial"/>
                <a:cs typeface="Arial"/>
              </a:defRPr>
            </a:pPr>
            <a:r>
              <a:rPr sz="2175" b="0">
                <a:solidFill>
                  <a:srgbClr val="143247"/>
                </a:solidFill>
                <a:latin typeface="Arial"/>
                <a:ea typeface="Arial"/>
                <a:cs typeface="Arial"/>
              </a:rPr>
              <a:t>Reason → correction → new submission → fresh review</a:t>
            </a:r>
          </a:p>
        </p:txBody>
      </p:sp>
    </p:spTree>
    <p:extLst>
      <p:ext uri="{BB962C8B-B14F-4D97-AF65-F5344CB8AC3E}">
        <p14:creationId xmlns:p14="http://schemas.microsoft.com/office/powerpoint/2010/main" val="98446973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252E3FE-0A99-49CE-8A43-373FE3D184F7}"/>
              </a:ext>
            </a:extLst>
          </p:cNvPr>
          <p:cNvSpPr>
            <a:spLocks xmlns:a="http://schemas.openxmlformats.org/drawingml/2006/main" noGrp="1"/>
          </p:cNvSpPr>
          <p:nvPr/>
        </p:nvSpPr>
        <p:spPr>
          <a:xfrm xmlns:a="http://schemas.openxmlformats.org/drawingml/2006/main">
            <a:off x="609600" y="457200"/>
            <a:ext cx="523875"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E256BF-ED59-4212-8EC0-6447A3779756}"/>
              </a:ext>
            </a:extLst>
          </p:cNvPr>
          <p:cNvSpPr>
            <a:spLocks xmlns:a="http://schemas.openxmlformats.org/drawingml/2006/main" noGrp="1"/>
          </p:cNvSpPr>
          <p:nvPr/>
        </p:nvSpPr>
        <p:spPr>
          <a:xfrm xmlns:a="http://schemas.openxmlformats.org/drawingml/2006/main">
            <a:off x="609600" y="7905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43247"/>
                </a:solidFill>
                <a:latin typeface="Arial"/>
                <a:ea typeface="Arial"/>
                <a:cs typeface="Arial"/>
              </a:defRPr>
            </a:defPPr>
            <a:lvl1pPr>
              <a:defRPr sz="3225" b="1">
                <a:solidFill>
                  <a:srgbClr val="143247"/>
                </a:solidFill>
                <a:latin typeface="Arial"/>
                <a:ea typeface="Arial"/>
                <a:cs typeface="Arial"/>
              </a:defRPr>
            </a:lvl1pPr>
            <a:lvl2pPr>
              <a:defRPr sz="3225" b="1">
                <a:solidFill>
                  <a:srgbClr val="143247"/>
                </a:solidFill>
                <a:latin typeface="Arial"/>
                <a:ea typeface="Arial"/>
                <a:cs typeface="Arial"/>
              </a:defRPr>
            </a:lvl2pPr>
            <a:lvl3pPr>
              <a:defRPr sz="3225" b="1">
                <a:solidFill>
                  <a:srgbClr val="143247"/>
                </a:solidFill>
                <a:latin typeface="Arial"/>
                <a:ea typeface="Arial"/>
                <a:cs typeface="Arial"/>
              </a:defRPr>
            </a:lvl3pPr>
            <a:lvl4pPr>
              <a:defRPr sz="3225" b="1">
                <a:solidFill>
                  <a:srgbClr val="143247"/>
                </a:solidFill>
                <a:latin typeface="Arial"/>
                <a:ea typeface="Arial"/>
                <a:cs typeface="Arial"/>
              </a:defRPr>
            </a:lvl4pPr>
            <a:lvl5pPr>
              <a:defRPr sz="3225" b="1">
                <a:solidFill>
                  <a:srgbClr val="143247"/>
                </a:solidFill>
                <a:latin typeface="Arial"/>
                <a:ea typeface="Arial"/>
                <a:cs typeface="Arial"/>
              </a:defRPr>
            </a:lvl5pPr>
            <a:lvl6pPr>
              <a:defRPr sz="3225" b="1">
                <a:solidFill>
                  <a:srgbClr val="143247"/>
                </a:solidFill>
                <a:latin typeface="Arial"/>
                <a:ea typeface="Arial"/>
                <a:cs typeface="Arial"/>
              </a:defRPr>
            </a:lvl6pPr>
            <a:lvl7pPr>
              <a:defRPr sz="3225" b="1">
                <a:solidFill>
                  <a:srgbClr val="143247"/>
                </a:solidFill>
                <a:latin typeface="Arial"/>
                <a:ea typeface="Arial"/>
                <a:cs typeface="Arial"/>
              </a:defRPr>
            </a:lvl7pPr>
            <a:lvl8pPr>
              <a:defRPr sz="3225" b="1">
                <a:solidFill>
                  <a:srgbClr val="143247"/>
                </a:solidFill>
                <a:latin typeface="Arial"/>
                <a:ea typeface="Arial"/>
                <a:cs typeface="Arial"/>
              </a:defRPr>
            </a:lvl8pPr>
            <a:lvl9pPr>
              <a:defRPr sz="3225" b="1">
                <a:solidFill>
                  <a:srgbClr val="143247"/>
                </a:solidFill>
                <a:latin typeface="Arial"/>
                <a:ea typeface="Arial"/>
                <a:cs typeface="Arial"/>
              </a:defRPr>
            </a:lvl9pPr>
          </a:lstStyle>
          <a:p xmlns:a="http://schemas.openxmlformats.org/drawingml/2006/main">
            <a:pPr>
              <a:defRPr sz="3225" b="1">
                <a:solidFill>
                  <a:srgbClr val="143247"/>
                </a:solidFill>
                <a:latin typeface="Arial"/>
                <a:ea typeface="Arial"/>
                <a:cs typeface="Arial"/>
              </a:defRPr>
            </a:pPr>
            <a:r>
              <a:rPr sz="3225" b="1">
                <a:solidFill>
                  <a:srgbClr val="143247"/>
                </a:solidFill>
                <a:latin typeface="Arial"/>
                <a:ea typeface="Arial"/>
                <a:cs typeface="Arial"/>
              </a:rPr>
              <a:t>1. Report the fault</a:t>
            </a:r>
          </a:p>
        </p:txBody>
      </p:sp>
      <p:sp>
        <p:nvSpPr>
          <p:cNvPr id="3" name="">
            <a:extLst xmlns:a="http://schemas.openxmlformats.org/drawingml/2006/main">
              <a:ext uri="{FF2B5EF4-FFF2-40B4-BE49-F238E27FC236}">
                <a16:creationId xmlns:a16="http://schemas.microsoft.com/office/drawing/2014/main" id="{8E9D02EB-3F6A-45F6-A459-1039D0A25561}"/>
              </a:ext>
            </a:extLst>
          </p:cNvPr>
          <p:cNvSpPr>
            <a:spLocks xmlns:a="http://schemas.openxmlformats.org/drawingml/2006/main" noGrp="1"/>
          </p:cNvSpPr>
          <p:nvPr/>
        </p:nvSpPr>
        <p:spPr>
          <a:xfrm xmlns:a="http://schemas.openxmlformats.org/drawingml/2006/main">
            <a:off x="11115675" y="6372225"/>
            <a:ext cx="4667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978"/>
                </a:solidFill>
                <a:latin typeface="Arial"/>
                <a:ea typeface="Arial"/>
                <a:cs typeface="Arial"/>
              </a:defRPr>
            </a:defPPr>
            <a:lvl1pPr>
              <a:defRPr sz="1200" b="0">
                <a:solidFill>
                  <a:srgbClr val="526978"/>
                </a:solidFill>
                <a:latin typeface="Arial"/>
                <a:ea typeface="Arial"/>
                <a:cs typeface="Arial"/>
              </a:defRPr>
            </a:lvl1pPr>
            <a:lvl2pPr>
              <a:defRPr sz="1200" b="0">
                <a:solidFill>
                  <a:srgbClr val="526978"/>
                </a:solidFill>
                <a:latin typeface="Arial"/>
                <a:ea typeface="Arial"/>
                <a:cs typeface="Arial"/>
              </a:defRPr>
            </a:lvl2pPr>
            <a:lvl3pPr>
              <a:defRPr sz="1200" b="0">
                <a:solidFill>
                  <a:srgbClr val="526978"/>
                </a:solidFill>
                <a:latin typeface="Arial"/>
                <a:ea typeface="Arial"/>
                <a:cs typeface="Arial"/>
              </a:defRPr>
            </a:lvl3pPr>
            <a:lvl4pPr>
              <a:defRPr sz="1200" b="0">
                <a:solidFill>
                  <a:srgbClr val="526978"/>
                </a:solidFill>
                <a:latin typeface="Arial"/>
                <a:ea typeface="Arial"/>
                <a:cs typeface="Arial"/>
              </a:defRPr>
            </a:lvl4pPr>
            <a:lvl5pPr>
              <a:defRPr sz="1200" b="0">
                <a:solidFill>
                  <a:srgbClr val="526978"/>
                </a:solidFill>
                <a:latin typeface="Arial"/>
                <a:ea typeface="Arial"/>
                <a:cs typeface="Arial"/>
              </a:defRPr>
            </a:lvl5pPr>
            <a:lvl6pPr>
              <a:defRPr sz="1200" b="0">
                <a:solidFill>
                  <a:srgbClr val="526978"/>
                </a:solidFill>
                <a:latin typeface="Arial"/>
                <a:ea typeface="Arial"/>
                <a:cs typeface="Arial"/>
              </a:defRPr>
            </a:lvl6pPr>
            <a:lvl7pPr>
              <a:defRPr sz="1200" b="0">
                <a:solidFill>
                  <a:srgbClr val="526978"/>
                </a:solidFill>
                <a:latin typeface="Arial"/>
                <a:ea typeface="Arial"/>
                <a:cs typeface="Arial"/>
              </a:defRPr>
            </a:lvl7pPr>
            <a:lvl8pPr>
              <a:defRPr sz="1200" b="0">
                <a:solidFill>
                  <a:srgbClr val="526978"/>
                </a:solidFill>
                <a:latin typeface="Arial"/>
                <a:ea typeface="Arial"/>
                <a:cs typeface="Arial"/>
              </a:defRPr>
            </a:lvl8pPr>
            <a:lvl9pPr>
              <a:defRPr sz="1200" b="0">
                <a:solidFill>
                  <a:srgbClr val="526978"/>
                </a:solidFill>
                <a:latin typeface="Arial"/>
                <a:ea typeface="Arial"/>
                <a:cs typeface="Arial"/>
              </a:defRPr>
            </a:lvl9pPr>
          </a:lstStyle>
          <a:p xmlns:a="http://schemas.openxmlformats.org/drawingml/2006/main">
            <a:pPr>
              <a:defRPr sz="1200" b="0">
                <a:solidFill>
                  <a:srgbClr val="526978"/>
                </a:solidFill>
                <a:latin typeface="Arial"/>
                <a:ea typeface="Arial"/>
                <a:cs typeface="Arial"/>
              </a:defRPr>
            </a:pPr>
            <a:r>
              <a:rPr sz="1200" b="0">
                <a:solidFill>
                  <a:srgbClr val="526978"/>
                </a:solidFill>
                <a:latin typeface="Arial"/>
                <a:ea typeface="Arial"/>
                <a:cs typeface="Arial"/>
              </a:rPr>
              <a:t>05</a:t>
            </a:r>
          </a:p>
        </p:txBody>
      </p:sp>
      <p:pic>
        <p:nvPicPr>
          <p:cNvPr id="4" name="">
            <a:extLst xmlns:a="http://schemas.openxmlformats.org/drawingml/2006/main">
              <a:ext uri="{FF2B5EF4-FFF2-40B4-BE49-F238E27FC236}">
                <a16:creationId xmlns:a16="http://schemas.microsoft.com/office/drawing/2014/main" id="{4BA0BFED-0F37-4911-91F3-9DE38B433551}"/>
              </a:ext>
            </a:extLst>
          </p:cNvPr>
          <p:cNvPicPr>
            <a:picLocks xmlns:a="http://schemas.openxmlformats.org/drawingml/2006/main" noChangeAspect="1"/>
          </p:cNvPicPr>
          <p:nvPr/>
        </p:nvPicPr>
        <p:blipFill>
          <a:blip xmlns:r="http://schemas.openxmlformats.org/officeDocument/2006/relationships" xmlns:a="http://schemas.openxmlformats.org/drawingml/2006/main" r:embed="Rbcadc90561d843ed"/>
          <a:stretch xmlns:a="http://schemas.openxmlformats.org/drawingml/2006/main"/>
        </p:blipFill>
        <p:spPr>
          <a:xfrm xmlns:a="http://schemas.openxmlformats.org/drawingml/2006/main">
            <a:off x="2476500" y="1685925"/>
            <a:ext cx="7239000" cy="4524375"/>
          </a:xfrm>
          <a:prstGeom xmlns:a="http://schemas.openxmlformats.org/drawingml/2006/main" prst="rect">
            <a:avLst/>
          </a:prstGeom>
        </p:spPr>
      </p:pic>
    </p:spTree>
    <p:extLst>
      <p:ext uri="{BB962C8B-B14F-4D97-AF65-F5344CB8AC3E}">
        <p14:creationId xmlns:p14="http://schemas.microsoft.com/office/powerpoint/2010/main" val="12969523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ABC627A-B025-46BD-A622-A3145858375E}"/>
              </a:ext>
            </a:extLst>
          </p:cNvPr>
          <p:cNvSpPr>
            <a:spLocks xmlns:a="http://schemas.openxmlformats.org/drawingml/2006/main" noGrp="1"/>
          </p:cNvSpPr>
          <p:nvPr/>
        </p:nvSpPr>
        <p:spPr>
          <a:xfrm xmlns:a="http://schemas.openxmlformats.org/drawingml/2006/main">
            <a:off x="609600" y="457200"/>
            <a:ext cx="523875"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3A59E7-DE50-4670-9071-69300F3ED71D}"/>
              </a:ext>
            </a:extLst>
          </p:cNvPr>
          <p:cNvSpPr>
            <a:spLocks xmlns:a="http://schemas.openxmlformats.org/drawingml/2006/main" noGrp="1"/>
          </p:cNvSpPr>
          <p:nvPr/>
        </p:nvSpPr>
        <p:spPr>
          <a:xfrm xmlns:a="http://schemas.openxmlformats.org/drawingml/2006/main">
            <a:off x="609600" y="7905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43247"/>
                </a:solidFill>
                <a:latin typeface="Arial"/>
                <a:ea typeface="Arial"/>
                <a:cs typeface="Arial"/>
              </a:defRPr>
            </a:defPPr>
            <a:lvl1pPr>
              <a:defRPr sz="3225" b="1">
                <a:solidFill>
                  <a:srgbClr val="143247"/>
                </a:solidFill>
                <a:latin typeface="Arial"/>
                <a:ea typeface="Arial"/>
                <a:cs typeface="Arial"/>
              </a:defRPr>
            </a:lvl1pPr>
            <a:lvl2pPr>
              <a:defRPr sz="3225" b="1">
                <a:solidFill>
                  <a:srgbClr val="143247"/>
                </a:solidFill>
                <a:latin typeface="Arial"/>
                <a:ea typeface="Arial"/>
                <a:cs typeface="Arial"/>
              </a:defRPr>
            </a:lvl2pPr>
            <a:lvl3pPr>
              <a:defRPr sz="3225" b="1">
                <a:solidFill>
                  <a:srgbClr val="143247"/>
                </a:solidFill>
                <a:latin typeface="Arial"/>
                <a:ea typeface="Arial"/>
                <a:cs typeface="Arial"/>
              </a:defRPr>
            </a:lvl3pPr>
            <a:lvl4pPr>
              <a:defRPr sz="3225" b="1">
                <a:solidFill>
                  <a:srgbClr val="143247"/>
                </a:solidFill>
                <a:latin typeface="Arial"/>
                <a:ea typeface="Arial"/>
                <a:cs typeface="Arial"/>
              </a:defRPr>
            </a:lvl4pPr>
            <a:lvl5pPr>
              <a:defRPr sz="3225" b="1">
                <a:solidFill>
                  <a:srgbClr val="143247"/>
                </a:solidFill>
                <a:latin typeface="Arial"/>
                <a:ea typeface="Arial"/>
                <a:cs typeface="Arial"/>
              </a:defRPr>
            </a:lvl5pPr>
            <a:lvl6pPr>
              <a:defRPr sz="3225" b="1">
                <a:solidFill>
                  <a:srgbClr val="143247"/>
                </a:solidFill>
                <a:latin typeface="Arial"/>
                <a:ea typeface="Arial"/>
                <a:cs typeface="Arial"/>
              </a:defRPr>
            </a:lvl6pPr>
            <a:lvl7pPr>
              <a:defRPr sz="3225" b="1">
                <a:solidFill>
                  <a:srgbClr val="143247"/>
                </a:solidFill>
                <a:latin typeface="Arial"/>
                <a:ea typeface="Arial"/>
                <a:cs typeface="Arial"/>
              </a:defRPr>
            </a:lvl7pPr>
            <a:lvl8pPr>
              <a:defRPr sz="3225" b="1">
                <a:solidFill>
                  <a:srgbClr val="143247"/>
                </a:solidFill>
                <a:latin typeface="Arial"/>
                <a:ea typeface="Arial"/>
                <a:cs typeface="Arial"/>
              </a:defRPr>
            </a:lvl8pPr>
            <a:lvl9pPr>
              <a:defRPr sz="3225" b="1">
                <a:solidFill>
                  <a:srgbClr val="143247"/>
                </a:solidFill>
                <a:latin typeface="Arial"/>
                <a:ea typeface="Arial"/>
                <a:cs typeface="Arial"/>
              </a:defRPr>
            </a:lvl9pPr>
          </a:lstStyle>
          <a:p xmlns:a="http://schemas.openxmlformats.org/drawingml/2006/main">
            <a:pPr>
              <a:defRPr sz="3225" b="1">
                <a:solidFill>
                  <a:srgbClr val="143247"/>
                </a:solidFill>
                <a:latin typeface="Arial"/>
                <a:ea typeface="Arial"/>
                <a:cs typeface="Arial"/>
              </a:defRPr>
            </a:pPr>
            <a:r>
              <a:rPr sz="3225" b="1">
                <a:solidFill>
                  <a:srgbClr val="143247"/>
                </a:solidFill>
                <a:latin typeface="Arial"/>
                <a:ea typeface="Arial"/>
                <a:cs typeface="Arial"/>
              </a:rPr>
              <a:t>2. Review the complaint</a:t>
            </a:r>
          </a:p>
        </p:txBody>
      </p:sp>
      <p:sp>
        <p:nvSpPr>
          <p:cNvPr id="3" name="">
            <a:extLst xmlns:a="http://schemas.openxmlformats.org/drawingml/2006/main">
              <a:ext uri="{FF2B5EF4-FFF2-40B4-BE49-F238E27FC236}">
                <a16:creationId xmlns:a16="http://schemas.microsoft.com/office/drawing/2014/main" id="{160B60FF-A0DE-46C7-B827-030AE2ECC47A}"/>
              </a:ext>
            </a:extLst>
          </p:cNvPr>
          <p:cNvSpPr>
            <a:spLocks xmlns:a="http://schemas.openxmlformats.org/drawingml/2006/main" noGrp="1"/>
          </p:cNvSpPr>
          <p:nvPr/>
        </p:nvSpPr>
        <p:spPr>
          <a:xfrm xmlns:a="http://schemas.openxmlformats.org/drawingml/2006/main">
            <a:off x="11115675" y="6372225"/>
            <a:ext cx="4667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978"/>
                </a:solidFill>
                <a:latin typeface="Arial"/>
                <a:ea typeface="Arial"/>
                <a:cs typeface="Arial"/>
              </a:defRPr>
            </a:defPPr>
            <a:lvl1pPr>
              <a:defRPr sz="1200" b="0">
                <a:solidFill>
                  <a:srgbClr val="526978"/>
                </a:solidFill>
                <a:latin typeface="Arial"/>
                <a:ea typeface="Arial"/>
                <a:cs typeface="Arial"/>
              </a:defRPr>
            </a:lvl1pPr>
            <a:lvl2pPr>
              <a:defRPr sz="1200" b="0">
                <a:solidFill>
                  <a:srgbClr val="526978"/>
                </a:solidFill>
                <a:latin typeface="Arial"/>
                <a:ea typeface="Arial"/>
                <a:cs typeface="Arial"/>
              </a:defRPr>
            </a:lvl2pPr>
            <a:lvl3pPr>
              <a:defRPr sz="1200" b="0">
                <a:solidFill>
                  <a:srgbClr val="526978"/>
                </a:solidFill>
                <a:latin typeface="Arial"/>
                <a:ea typeface="Arial"/>
                <a:cs typeface="Arial"/>
              </a:defRPr>
            </a:lvl3pPr>
            <a:lvl4pPr>
              <a:defRPr sz="1200" b="0">
                <a:solidFill>
                  <a:srgbClr val="526978"/>
                </a:solidFill>
                <a:latin typeface="Arial"/>
                <a:ea typeface="Arial"/>
                <a:cs typeface="Arial"/>
              </a:defRPr>
            </a:lvl4pPr>
            <a:lvl5pPr>
              <a:defRPr sz="1200" b="0">
                <a:solidFill>
                  <a:srgbClr val="526978"/>
                </a:solidFill>
                <a:latin typeface="Arial"/>
                <a:ea typeface="Arial"/>
                <a:cs typeface="Arial"/>
              </a:defRPr>
            </a:lvl5pPr>
            <a:lvl6pPr>
              <a:defRPr sz="1200" b="0">
                <a:solidFill>
                  <a:srgbClr val="526978"/>
                </a:solidFill>
                <a:latin typeface="Arial"/>
                <a:ea typeface="Arial"/>
                <a:cs typeface="Arial"/>
              </a:defRPr>
            </a:lvl6pPr>
            <a:lvl7pPr>
              <a:defRPr sz="1200" b="0">
                <a:solidFill>
                  <a:srgbClr val="526978"/>
                </a:solidFill>
                <a:latin typeface="Arial"/>
                <a:ea typeface="Arial"/>
                <a:cs typeface="Arial"/>
              </a:defRPr>
            </a:lvl7pPr>
            <a:lvl8pPr>
              <a:defRPr sz="1200" b="0">
                <a:solidFill>
                  <a:srgbClr val="526978"/>
                </a:solidFill>
                <a:latin typeface="Arial"/>
                <a:ea typeface="Arial"/>
                <a:cs typeface="Arial"/>
              </a:defRPr>
            </a:lvl8pPr>
            <a:lvl9pPr>
              <a:defRPr sz="1200" b="0">
                <a:solidFill>
                  <a:srgbClr val="526978"/>
                </a:solidFill>
                <a:latin typeface="Arial"/>
                <a:ea typeface="Arial"/>
                <a:cs typeface="Arial"/>
              </a:defRPr>
            </a:lvl9pPr>
          </a:lstStyle>
          <a:p xmlns:a="http://schemas.openxmlformats.org/drawingml/2006/main">
            <a:pPr>
              <a:defRPr sz="1200" b="0">
                <a:solidFill>
                  <a:srgbClr val="526978"/>
                </a:solidFill>
                <a:latin typeface="Arial"/>
                <a:ea typeface="Arial"/>
                <a:cs typeface="Arial"/>
              </a:defRPr>
            </a:pPr>
            <a:r>
              <a:rPr sz="1200" b="0">
                <a:solidFill>
                  <a:srgbClr val="526978"/>
                </a:solidFill>
                <a:latin typeface="Arial"/>
                <a:ea typeface="Arial"/>
                <a:cs typeface="Arial"/>
              </a:rPr>
              <a:t>06</a:t>
            </a:r>
          </a:p>
        </p:txBody>
      </p:sp>
      <p:pic>
        <p:nvPicPr>
          <p:cNvPr id="4" name="">
            <a:extLst xmlns:a="http://schemas.openxmlformats.org/drawingml/2006/main">
              <a:ext uri="{FF2B5EF4-FFF2-40B4-BE49-F238E27FC236}">
                <a16:creationId xmlns:a16="http://schemas.microsoft.com/office/drawing/2014/main" id="{4A339978-3690-4536-B443-2371209082BD}"/>
              </a:ext>
            </a:extLst>
          </p:cNvPr>
          <p:cNvPicPr>
            <a:picLocks xmlns:a="http://schemas.openxmlformats.org/drawingml/2006/main" noChangeAspect="1"/>
          </p:cNvPicPr>
          <p:nvPr/>
        </p:nvPicPr>
        <p:blipFill>
          <a:blip xmlns:r="http://schemas.openxmlformats.org/officeDocument/2006/relationships" xmlns:a="http://schemas.openxmlformats.org/drawingml/2006/main" r:embed="Rd9d9a621a1a44d87"/>
          <a:stretch xmlns:a="http://schemas.openxmlformats.org/drawingml/2006/main"/>
        </p:blipFill>
        <p:spPr>
          <a:xfrm xmlns:a="http://schemas.openxmlformats.org/drawingml/2006/main">
            <a:off x="2476500" y="1685925"/>
            <a:ext cx="7239000" cy="4524375"/>
          </a:xfrm>
          <a:prstGeom xmlns:a="http://schemas.openxmlformats.org/drawingml/2006/main" prst="rect">
            <a:avLst/>
          </a:prstGeom>
        </p:spPr>
      </p:pic>
    </p:spTree>
    <p:extLst>
      <p:ext uri="{BB962C8B-B14F-4D97-AF65-F5344CB8AC3E}">
        <p14:creationId xmlns:p14="http://schemas.microsoft.com/office/powerpoint/2010/main" val="1363991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28230AC-C1C5-4008-A2CA-91EBCA7DFEB7}"/>
              </a:ext>
            </a:extLst>
          </p:cNvPr>
          <p:cNvSpPr>
            <a:spLocks xmlns:a="http://schemas.openxmlformats.org/drawingml/2006/main" noGrp="1"/>
          </p:cNvSpPr>
          <p:nvPr/>
        </p:nvSpPr>
        <p:spPr>
          <a:xfrm xmlns:a="http://schemas.openxmlformats.org/drawingml/2006/main">
            <a:off x="609600" y="457200"/>
            <a:ext cx="523875"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D6A932-051C-4611-A4A9-526F247E9AC0}"/>
              </a:ext>
            </a:extLst>
          </p:cNvPr>
          <p:cNvSpPr>
            <a:spLocks xmlns:a="http://schemas.openxmlformats.org/drawingml/2006/main" noGrp="1"/>
          </p:cNvSpPr>
          <p:nvPr/>
        </p:nvSpPr>
        <p:spPr>
          <a:xfrm xmlns:a="http://schemas.openxmlformats.org/drawingml/2006/main">
            <a:off x="609600" y="7905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43247"/>
                </a:solidFill>
                <a:latin typeface="Arial"/>
                <a:ea typeface="Arial"/>
                <a:cs typeface="Arial"/>
              </a:defRPr>
            </a:defPPr>
            <a:lvl1pPr>
              <a:defRPr sz="3225" b="1">
                <a:solidFill>
                  <a:srgbClr val="143247"/>
                </a:solidFill>
                <a:latin typeface="Arial"/>
                <a:ea typeface="Arial"/>
                <a:cs typeface="Arial"/>
              </a:defRPr>
            </a:lvl1pPr>
            <a:lvl2pPr>
              <a:defRPr sz="3225" b="1">
                <a:solidFill>
                  <a:srgbClr val="143247"/>
                </a:solidFill>
                <a:latin typeface="Arial"/>
                <a:ea typeface="Arial"/>
                <a:cs typeface="Arial"/>
              </a:defRPr>
            </a:lvl2pPr>
            <a:lvl3pPr>
              <a:defRPr sz="3225" b="1">
                <a:solidFill>
                  <a:srgbClr val="143247"/>
                </a:solidFill>
                <a:latin typeface="Arial"/>
                <a:ea typeface="Arial"/>
                <a:cs typeface="Arial"/>
              </a:defRPr>
            </a:lvl3pPr>
            <a:lvl4pPr>
              <a:defRPr sz="3225" b="1">
                <a:solidFill>
                  <a:srgbClr val="143247"/>
                </a:solidFill>
                <a:latin typeface="Arial"/>
                <a:ea typeface="Arial"/>
                <a:cs typeface="Arial"/>
              </a:defRPr>
            </a:lvl4pPr>
            <a:lvl5pPr>
              <a:defRPr sz="3225" b="1">
                <a:solidFill>
                  <a:srgbClr val="143247"/>
                </a:solidFill>
                <a:latin typeface="Arial"/>
                <a:ea typeface="Arial"/>
                <a:cs typeface="Arial"/>
              </a:defRPr>
            </a:lvl5pPr>
            <a:lvl6pPr>
              <a:defRPr sz="3225" b="1">
                <a:solidFill>
                  <a:srgbClr val="143247"/>
                </a:solidFill>
                <a:latin typeface="Arial"/>
                <a:ea typeface="Arial"/>
                <a:cs typeface="Arial"/>
              </a:defRPr>
            </a:lvl6pPr>
            <a:lvl7pPr>
              <a:defRPr sz="3225" b="1">
                <a:solidFill>
                  <a:srgbClr val="143247"/>
                </a:solidFill>
                <a:latin typeface="Arial"/>
                <a:ea typeface="Arial"/>
                <a:cs typeface="Arial"/>
              </a:defRPr>
            </a:lvl7pPr>
            <a:lvl8pPr>
              <a:defRPr sz="3225" b="1">
                <a:solidFill>
                  <a:srgbClr val="143247"/>
                </a:solidFill>
                <a:latin typeface="Arial"/>
                <a:ea typeface="Arial"/>
                <a:cs typeface="Arial"/>
              </a:defRPr>
            </a:lvl8pPr>
            <a:lvl9pPr>
              <a:defRPr sz="3225" b="1">
                <a:solidFill>
                  <a:srgbClr val="143247"/>
                </a:solidFill>
                <a:latin typeface="Arial"/>
                <a:ea typeface="Arial"/>
                <a:cs typeface="Arial"/>
              </a:defRPr>
            </a:lvl9pPr>
          </a:lstStyle>
          <a:p xmlns:a="http://schemas.openxmlformats.org/drawingml/2006/main">
            <a:pPr>
              <a:defRPr sz="3225" b="1">
                <a:solidFill>
                  <a:srgbClr val="143247"/>
                </a:solidFill>
                <a:latin typeface="Arial"/>
                <a:ea typeface="Arial"/>
                <a:cs typeface="Arial"/>
              </a:defRPr>
            </a:pPr>
            <a:r>
              <a:rPr sz="3225" b="1">
                <a:solidFill>
                  <a:srgbClr val="143247"/>
                </a:solidFill>
                <a:latin typeface="Arial"/>
                <a:ea typeface="Arial"/>
                <a:cs typeface="Arial"/>
              </a:rPr>
              <a:t>3. Assign a technician</a:t>
            </a:r>
          </a:p>
        </p:txBody>
      </p:sp>
      <p:sp>
        <p:nvSpPr>
          <p:cNvPr id="3" name="">
            <a:extLst xmlns:a="http://schemas.openxmlformats.org/drawingml/2006/main">
              <a:ext uri="{FF2B5EF4-FFF2-40B4-BE49-F238E27FC236}">
                <a16:creationId xmlns:a16="http://schemas.microsoft.com/office/drawing/2014/main" id="{65ECF0E5-4ACD-4AA1-B4E9-F67D18399E03}"/>
              </a:ext>
            </a:extLst>
          </p:cNvPr>
          <p:cNvSpPr>
            <a:spLocks xmlns:a="http://schemas.openxmlformats.org/drawingml/2006/main" noGrp="1"/>
          </p:cNvSpPr>
          <p:nvPr/>
        </p:nvSpPr>
        <p:spPr>
          <a:xfrm xmlns:a="http://schemas.openxmlformats.org/drawingml/2006/main">
            <a:off x="11115675" y="6372225"/>
            <a:ext cx="4667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978"/>
                </a:solidFill>
                <a:latin typeface="Arial"/>
                <a:ea typeface="Arial"/>
                <a:cs typeface="Arial"/>
              </a:defRPr>
            </a:defPPr>
            <a:lvl1pPr>
              <a:defRPr sz="1200" b="0">
                <a:solidFill>
                  <a:srgbClr val="526978"/>
                </a:solidFill>
                <a:latin typeface="Arial"/>
                <a:ea typeface="Arial"/>
                <a:cs typeface="Arial"/>
              </a:defRPr>
            </a:lvl1pPr>
            <a:lvl2pPr>
              <a:defRPr sz="1200" b="0">
                <a:solidFill>
                  <a:srgbClr val="526978"/>
                </a:solidFill>
                <a:latin typeface="Arial"/>
                <a:ea typeface="Arial"/>
                <a:cs typeface="Arial"/>
              </a:defRPr>
            </a:lvl2pPr>
            <a:lvl3pPr>
              <a:defRPr sz="1200" b="0">
                <a:solidFill>
                  <a:srgbClr val="526978"/>
                </a:solidFill>
                <a:latin typeface="Arial"/>
                <a:ea typeface="Arial"/>
                <a:cs typeface="Arial"/>
              </a:defRPr>
            </a:lvl3pPr>
            <a:lvl4pPr>
              <a:defRPr sz="1200" b="0">
                <a:solidFill>
                  <a:srgbClr val="526978"/>
                </a:solidFill>
                <a:latin typeface="Arial"/>
                <a:ea typeface="Arial"/>
                <a:cs typeface="Arial"/>
              </a:defRPr>
            </a:lvl4pPr>
            <a:lvl5pPr>
              <a:defRPr sz="1200" b="0">
                <a:solidFill>
                  <a:srgbClr val="526978"/>
                </a:solidFill>
                <a:latin typeface="Arial"/>
                <a:ea typeface="Arial"/>
                <a:cs typeface="Arial"/>
              </a:defRPr>
            </a:lvl5pPr>
            <a:lvl6pPr>
              <a:defRPr sz="1200" b="0">
                <a:solidFill>
                  <a:srgbClr val="526978"/>
                </a:solidFill>
                <a:latin typeface="Arial"/>
                <a:ea typeface="Arial"/>
                <a:cs typeface="Arial"/>
              </a:defRPr>
            </a:lvl6pPr>
            <a:lvl7pPr>
              <a:defRPr sz="1200" b="0">
                <a:solidFill>
                  <a:srgbClr val="526978"/>
                </a:solidFill>
                <a:latin typeface="Arial"/>
                <a:ea typeface="Arial"/>
                <a:cs typeface="Arial"/>
              </a:defRPr>
            </a:lvl7pPr>
            <a:lvl8pPr>
              <a:defRPr sz="1200" b="0">
                <a:solidFill>
                  <a:srgbClr val="526978"/>
                </a:solidFill>
                <a:latin typeface="Arial"/>
                <a:ea typeface="Arial"/>
                <a:cs typeface="Arial"/>
              </a:defRPr>
            </a:lvl8pPr>
            <a:lvl9pPr>
              <a:defRPr sz="1200" b="0">
                <a:solidFill>
                  <a:srgbClr val="526978"/>
                </a:solidFill>
                <a:latin typeface="Arial"/>
                <a:ea typeface="Arial"/>
                <a:cs typeface="Arial"/>
              </a:defRPr>
            </a:lvl9pPr>
          </a:lstStyle>
          <a:p xmlns:a="http://schemas.openxmlformats.org/drawingml/2006/main">
            <a:pPr>
              <a:defRPr sz="1200" b="0">
                <a:solidFill>
                  <a:srgbClr val="526978"/>
                </a:solidFill>
                <a:latin typeface="Arial"/>
                <a:ea typeface="Arial"/>
                <a:cs typeface="Arial"/>
              </a:defRPr>
            </a:pPr>
            <a:r>
              <a:rPr sz="1200" b="0">
                <a:solidFill>
                  <a:srgbClr val="526978"/>
                </a:solidFill>
                <a:latin typeface="Arial"/>
                <a:ea typeface="Arial"/>
                <a:cs typeface="Arial"/>
              </a:rPr>
              <a:t>07</a:t>
            </a:r>
          </a:p>
        </p:txBody>
      </p:sp>
      <p:pic>
        <p:nvPicPr>
          <p:cNvPr id="4" name="">
            <a:extLst xmlns:a="http://schemas.openxmlformats.org/drawingml/2006/main">
              <a:ext uri="{FF2B5EF4-FFF2-40B4-BE49-F238E27FC236}">
                <a16:creationId xmlns:a16="http://schemas.microsoft.com/office/drawing/2014/main" id="{0FA3CC14-0BC7-41CF-BA8A-7EDD48784308}"/>
              </a:ext>
            </a:extLst>
          </p:cNvPr>
          <p:cNvPicPr>
            <a:picLocks xmlns:a="http://schemas.openxmlformats.org/drawingml/2006/main" noChangeAspect="1"/>
          </p:cNvPicPr>
          <p:nvPr/>
        </p:nvPicPr>
        <p:blipFill>
          <a:blip xmlns:r="http://schemas.openxmlformats.org/officeDocument/2006/relationships" xmlns:a="http://schemas.openxmlformats.org/drawingml/2006/main" r:embed="Rd144c98e5d254e78"/>
          <a:stretch xmlns:a="http://schemas.openxmlformats.org/drawingml/2006/main"/>
        </p:blipFill>
        <p:spPr>
          <a:xfrm xmlns:a="http://schemas.openxmlformats.org/drawingml/2006/main">
            <a:off x="2476500" y="1685925"/>
            <a:ext cx="7239000" cy="4524375"/>
          </a:xfrm>
          <a:prstGeom xmlns:a="http://schemas.openxmlformats.org/drawingml/2006/main" prst="rect">
            <a:avLst/>
          </a:prstGeom>
        </p:spPr>
      </p:pic>
    </p:spTree>
    <p:extLst>
      <p:ext uri="{BB962C8B-B14F-4D97-AF65-F5344CB8AC3E}">
        <p14:creationId xmlns:p14="http://schemas.microsoft.com/office/powerpoint/2010/main" val="119696155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24AF95-AC6B-4F08-8EBD-4D86242E484C}"/>
              </a:ext>
            </a:extLst>
          </p:cNvPr>
          <p:cNvSpPr>
            <a:spLocks xmlns:a="http://schemas.openxmlformats.org/drawingml/2006/main" noGrp="1"/>
          </p:cNvSpPr>
          <p:nvPr/>
        </p:nvSpPr>
        <p:spPr>
          <a:xfrm xmlns:a="http://schemas.openxmlformats.org/drawingml/2006/main">
            <a:off x="609600" y="457200"/>
            <a:ext cx="523875"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B98F5A-171C-4881-BFFF-C525B20D4BD1}"/>
              </a:ext>
            </a:extLst>
          </p:cNvPr>
          <p:cNvSpPr>
            <a:spLocks xmlns:a="http://schemas.openxmlformats.org/drawingml/2006/main" noGrp="1"/>
          </p:cNvSpPr>
          <p:nvPr/>
        </p:nvSpPr>
        <p:spPr>
          <a:xfrm xmlns:a="http://schemas.openxmlformats.org/drawingml/2006/main">
            <a:off x="609600" y="7905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43247"/>
                </a:solidFill>
                <a:latin typeface="Arial"/>
                <a:ea typeface="Arial"/>
                <a:cs typeface="Arial"/>
              </a:defRPr>
            </a:defPPr>
            <a:lvl1pPr>
              <a:defRPr sz="3225" b="1">
                <a:solidFill>
                  <a:srgbClr val="143247"/>
                </a:solidFill>
                <a:latin typeface="Arial"/>
                <a:ea typeface="Arial"/>
                <a:cs typeface="Arial"/>
              </a:defRPr>
            </a:lvl1pPr>
            <a:lvl2pPr>
              <a:defRPr sz="3225" b="1">
                <a:solidFill>
                  <a:srgbClr val="143247"/>
                </a:solidFill>
                <a:latin typeface="Arial"/>
                <a:ea typeface="Arial"/>
                <a:cs typeface="Arial"/>
              </a:defRPr>
            </a:lvl2pPr>
            <a:lvl3pPr>
              <a:defRPr sz="3225" b="1">
                <a:solidFill>
                  <a:srgbClr val="143247"/>
                </a:solidFill>
                <a:latin typeface="Arial"/>
                <a:ea typeface="Arial"/>
                <a:cs typeface="Arial"/>
              </a:defRPr>
            </a:lvl3pPr>
            <a:lvl4pPr>
              <a:defRPr sz="3225" b="1">
                <a:solidFill>
                  <a:srgbClr val="143247"/>
                </a:solidFill>
                <a:latin typeface="Arial"/>
                <a:ea typeface="Arial"/>
                <a:cs typeface="Arial"/>
              </a:defRPr>
            </a:lvl4pPr>
            <a:lvl5pPr>
              <a:defRPr sz="3225" b="1">
                <a:solidFill>
                  <a:srgbClr val="143247"/>
                </a:solidFill>
                <a:latin typeface="Arial"/>
                <a:ea typeface="Arial"/>
                <a:cs typeface="Arial"/>
              </a:defRPr>
            </a:lvl5pPr>
            <a:lvl6pPr>
              <a:defRPr sz="3225" b="1">
                <a:solidFill>
                  <a:srgbClr val="143247"/>
                </a:solidFill>
                <a:latin typeface="Arial"/>
                <a:ea typeface="Arial"/>
                <a:cs typeface="Arial"/>
              </a:defRPr>
            </a:lvl6pPr>
            <a:lvl7pPr>
              <a:defRPr sz="3225" b="1">
                <a:solidFill>
                  <a:srgbClr val="143247"/>
                </a:solidFill>
                <a:latin typeface="Arial"/>
                <a:ea typeface="Arial"/>
                <a:cs typeface="Arial"/>
              </a:defRPr>
            </a:lvl7pPr>
            <a:lvl8pPr>
              <a:defRPr sz="3225" b="1">
                <a:solidFill>
                  <a:srgbClr val="143247"/>
                </a:solidFill>
                <a:latin typeface="Arial"/>
                <a:ea typeface="Arial"/>
                <a:cs typeface="Arial"/>
              </a:defRPr>
            </a:lvl8pPr>
            <a:lvl9pPr>
              <a:defRPr sz="3225" b="1">
                <a:solidFill>
                  <a:srgbClr val="143247"/>
                </a:solidFill>
                <a:latin typeface="Arial"/>
                <a:ea typeface="Arial"/>
                <a:cs typeface="Arial"/>
              </a:defRPr>
            </a:lvl9pPr>
          </a:lstStyle>
          <a:p xmlns:a="http://schemas.openxmlformats.org/drawingml/2006/main">
            <a:pPr>
              <a:defRPr sz="3225" b="1">
                <a:solidFill>
                  <a:srgbClr val="143247"/>
                </a:solidFill>
                <a:latin typeface="Arial"/>
                <a:ea typeface="Arial"/>
                <a:cs typeface="Arial"/>
              </a:defRPr>
            </a:pPr>
            <a:r>
              <a:rPr sz="3225" b="1">
                <a:solidFill>
                  <a:srgbClr val="143247"/>
                </a:solidFill>
                <a:latin typeface="Arial"/>
                <a:ea typeface="Arial"/>
                <a:cs typeface="Arial"/>
              </a:rPr>
              <a:t>4. Start the assigned repair</a:t>
            </a:r>
          </a:p>
        </p:txBody>
      </p:sp>
      <p:sp>
        <p:nvSpPr>
          <p:cNvPr id="3" name="">
            <a:extLst xmlns:a="http://schemas.openxmlformats.org/drawingml/2006/main">
              <a:ext uri="{FF2B5EF4-FFF2-40B4-BE49-F238E27FC236}">
                <a16:creationId xmlns:a16="http://schemas.microsoft.com/office/drawing/2014/main" id="{86E4C2FB-6CC6-44EE-B607-5E80B632E8CC}"/>
              </a:ext>
            </a:extLst>
          </p:cNvPr>
          <p:cNvSpPr>
            <a:spLocks xmlns:a="http://schemas.openxmlformats.org/drawingml/2006/main" noGrp="1"/>
          </p:cNvSpPr>
          <p:nvPr/>
        </p:nvSpPr>
        <p:spPr>
          <a:xfrm xmlns:a="http://schemas.openxmlformats.org/drawingml/2006/main">
            <a:off x="11115675" y="6372225"/>
            <a:ext cx="4667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978"/>
                </a:solidFill>
                <a:latin typeface="Arial"/>
                <a:ea typeface="Arial"/>
                <a:cs typeface="Arial"/>
              </a:defRPr>
            </a:defPPr>
            <a:lvl1pPr>
              <a:defRPr sz="1200" b="0">
                <a:solidFill>
                  <a:srgbClr val="526978"/>
                </a:solidFill>
                <a:latin typeface="Arial"/>
                <a:ea typeface="Arial"/>
                <a:cs typeface="Arial"/>
              </a:defRPr>
            </a:lvl1pPr>
            <a:lvl2pPr>
              <a:defRPr sz="1200" b="0">
                <a:solidFill>
                  <a:srgbClr val="526978"/>
                </a:solidFill>
                <a:latin typeface="Arial"/>
                <a:ea typeface="Arial"/>
                <a:cs typeface="Arial"/>
              </a:defRPr>
            </a:lvl2pPr>
            <a:lvl3pPr>
              <a:defRPr sz="1200" b="0">
                <a:solidFill>
                  <a:srgbClr val="526978"/>
                </a:solidFill>
                <a:latin typeface="Arial"/>
                <a:ea typeface="Arial"/>
                <a:cs typeface="Arial"/>
              </a:defRPr>
            </a:lvl3pPr>
            <a:lvl4pPr>
              <a:defRPr sz="1200" b="0">
                <a:solidFill>
                  <a:srgbClr val="526978"/>
                </a:solidFill>
                <a:latin typeface="Arial"/>
                <a:ea typeface="Arial"/>
                <a:cs typeface="Arial"/>
              </a:defRPr>
            </a:lvl4pPr>
            <a:lvl5pPr>
              <a:defRPr sz="1200" b="0">
                <a:solidFill>
                  <a:srgbClr val="526978"/>
                </a:solidFill>
                <a:latin typeface="Arial"/>
                <a:ea typeface="Arial"/>
                <a:cs typeface="Arial"/>
              </a:defRPr>
            </a:lvl5pPr>
            <a:lvl6pPr>
              <a:defRPr sz="1200" b="0">
                <a:solidFill>
                  <a:srgbClr val="526978"/>
                </a:solidFill>
                <a:latin typeface="Arial"/>
                <a:ea typeface="Arial"/>
                <a:cs typeface="Arial"/>
              </a:defRPr>
            </a:lvl6pPr>
            <a:lvl7pPr>
              <a:defRPr sz="1200" b="0">
                <a:solidFill>
                  <a:srgbClr val="526978"/>
                </a:solidFill>
                <a:latin typeface="Arial"/>
                <a:ea typeface="Arial"/>
                <a:cs typeface="Arial"/>
              </a:defRPr>
            </a:lvl7pPr>
            <a:lvl8pPr>
              <a:defRPr sz="1200" b="0">
                <a:solidFill>
                  <a:srgbClr val="526978"/>
                </a:solidFill>
                <a:latin typeface="Arial"/>
                <a:ea typeface="Arial"/>
                <a:cs typeface="Arial"/>
              </a:defRPr>
            </a:lvl8pPr>
            <a:lvl9pPr>
              <a:defRPr sz="1200" b="0">
                <a:solidFill>
                  <a:srgbClr val="526978"/>
                </a:solidFill>
                <a:latin typeface="Arial"/>
                <a:ea typeface="Arial"/>
                <a:cs typeface="Arial"/>
              </a:defRPr>
            </a:lvl9pPr>
          </a:lstStyle>
          <a:p xmlns:a="http://schemas.openxmlformats.org/drawingml/2006/main">
            <a:pPr>
              <a:defRPr sz="1200" b="0">
                <a:solidFill>
                  <a:srgbClr val="526978"/>
                </a:solidFill>
                <a:latin typeface="Arial"/>
                <a:ea typeface="Arial"/>
                <a:cs typeface="Arial"/>
              </a:defRPr>
            </a:pPr>
            <a:r>
              <a:rPr sz="1200" b="0">
                <a:solidFill>
                  <a:srgbClr val="526978"/>
                </a:solidFill>
                <a:latin typeface="Arial"/>
                <a:ea typeface="Arial"/>
                <a:cs typeface="Arial"/>
              </a:rPr>
              <a:t>08</a:t>
            </a:r>
          </a:p>
        </p:txBody>
      </p:sp>
      <p:pic>
        <p:nvPicPr>
          <p:cNvPr id="4" name="">
            <a:extLst xmlns:a="http://schemas.openxmlformats.org/drawingml/2006/main">
              <a:ext uri="{FF2B5EF4-FFF2-40B4-BE49-F238E27FC236}">
                <a16:creationId xmlns:a16="http://schemas.microsoft.com/office/drawing/2014/main" id="{4EA18226-FEBA-49F6-A81F-4D49C1558423}"/>
              </a:ext>
            </a:extLst>
          </p:cNvPr>
          <p:cNvPicPr>
            <a:picLocks xmlns:a="http://schemas.openxmlformats.org/drawingml/2006/main" noChangeAspect="1"/>
          </p:cNvPicPr>
          <p:nvPr/>
        </p:nvPicPr>
        <p:blipFill>
          <a:blip xmlns:r="http://schemas.openxmlformats.org/officeDocument/2006/relationships" xmlns:a="http://schemas.openxmlformats.org/drawingml/2006/main" r:embed="R6c1edd0289954cab"/>
          <a:stretch xmlns:a="http://schemas.openxmlformats.org/drawingml/2006/main"/>
        </p:blipFill>
        <p:spPr>
          <a:xfrm xmlns:a="http://schemas.openxmlformats.org/drawingml/2006/main">
            <a:off x="2476500" y="1685925"/>
            <a:ext cx="7239000" cy="4524375"/>
          </a:xfrm>
          <a:prstGeom xmlns:a="http://schemas.openxmlformats.org/drawingml/2006/main" prst="rect">
            <a:avLst/>
          </a:prstGeom>
        </p:spPr>
      </p:pic>
    </p:spTree>
    <p:extLst>
      <p:ext uri="{BB962C8B-B14F-4D97-AF65-F5344CB8AC3E}">
        <p14:creationId xmlns:p14="http://schemas.microsoft.com/office/powerpoint/2010/main" val="24717736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57FDE86-A262-444C-93C0-24A37EFA2416}"/>
              </a:ext>
            </a:extLst>
          </p:cNvPr>
          <p:cNvSpPr>
            <a:spLocks xmlns:a="http://schemas.openxmlformats.org/drawingml/2006/main" noGrp="1"/>
          </p:cNvSpPr>
          <p:nvPr/>
        </p:nvSpPr>
        <p:spPr>
          <a:xfrm xmlns:a="http://schemas.openxmlformats.org/drawingml/2006/main">
            <a:off x="609600" y="457200"/>
            <a:ext cx="523875"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D10E9D-8738-47CC-9F9D-FC90687C1496}"/>
              </a:ext>
            </a:extLst>
          </p:cNvPr>
          <p:cNvSpPr>
            <a:spLocks xmlns:a="http://schemas.openxmlformats.org/drawingml/2006/main" noGrp="1"/>
          </p:cNvSpPr>
          <p:nvPr/>
        </p:nvSpPr>
        <p:spPr>
          <a:xfrm xmlns:a="http://schemas.openxmlformats.org/drawingml/2006/main">
            <a:off x="609600" y="7905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43247"/>
                </a:solidFill>
                <a:latin typeface="Arial"/>
                <a:ea typeface="Arial"/>
                <a:cs typeface="Arial"/>
              </a:defRPr>
            </a:defPPr>
            <a:lvl1pPr>
              <a:defRPr sz="3225" b="1">
                <a:solidFill>
                  <a:srgbClr val="143247"/>
                </a:solidFill>
                <a:latin typeface="Arial"/>
                <a:ea typeface="Arial"/>
                <a:cs typeface="Arial"/>
              </a:defRPr>
            </a:lvl1pPr>
            <a:lvl2pPr>
              <a:defRPr sz="3225" b="1">
                <a:solidFill>
                  <a:srgbClr val="143247"/>
                </a:solidFill>
                <a:latin typeface="Arial"/>
                <a:ea typeface="Arial"/>
                <a:cs typeface="Arial"/>
              </a:defRPr>
            </a:lvl2pPr>
            <a:lvl3pPr>
              <a:defRPr sz="3225" b="1">
                <a:solidFill>
                  <a:srgbClr val="143247"/>
                </a:solidFill>
                <a:latin typeface="Arial"/>
                <a:ea typeface="Arial"/>
                <a:cs typeface="Arial"/>
              </a:defRPr>
            </a:lvl3pPr>
            <a:lvl4pPr>
              <a:defRPr sz="3225" b="1">
                <a:solidFill>
                  <a:srgbClr val="143247"/>
                </a:solidFill>
                <a:latin typeface="Arial"/>
                <a:ea typeface="Arial"/>
                <a:cs typeface="Arial"/>
              </a:defRPr>
            </a:lvl4pPr>
            <a:lvl5pPr>
              <a:defRPr sz="3225" b="1">
                <a:solidFill>
                  <a:srgbClr val="143247"/>
                </a:solidFill>
                <a:latin typeface="Arial"/>
                <a:ea typeface="Arial"/>
                <a:cs typeface="Arial"/>
              </a:defRPr>
            </a:lvl5pPr>
            <a:lvl6pPr>
              <a:defRPr sz="3225" b="1">
                <a:solidFill>
                  <a:srgbClr val="143247"/>
                </a:solidFill>
                <a:latin typeface="Arial"/>
                <a:ea typeface="Arial"/>
                <a:cs typeface="Arial"/>
              </a:defRPr>
            </a:lvl6pPr>
            <a:lvl7pPr>
              <a:defRPr sz="3225" b="1">
                <a:solidFill>
                  <a:srgbClr val="143247"/>
                </a:solidFill>
                <a:latin typeface="Arial"/>
                <a:ea typeface="Arial"/>
                <a:cs typeface="Arial"/>
              </a:defRPr>
            </a:lvl7pPr>
            <a:lvl8pPr>
              <a:defRPr sz="3225" b="1">
                <a:solidFill>
                  <a:srgbClr val="143247"/>
                </a:solidFill>
                <a:latin typeface="Arial"/>
                <a:ea typeface="Arial"/>
                <a:cs typeface="Arial"/>
              </a:defRPr>
            </a:lvl8pPr>
            <a:lvl9pPr>
              <a:defRPr sz="3225" b="1">
                <a:solidFill>
                  <a:srgbClr val="143247"/>
                </a:solidFill>
                <a:latin typeface="Arial"/>
                <a:ea typeface="Arial"/>
                <a:cs typeface="Arial"/>
              </a:defRPr>
            </a:lvl9pPr>
          </a:lstStyle>
          <a:p xmlns:a="http://schemas.openxmlformats.org/drawingml/2006/main">
            <a:pPr>
              <a:defRPr sz="3225" b="1">
                <a:solidFill>
                  <a:srgbClr val="143247"/>
                </a:solidFill>
                <a:latin typeface="Arial"/>
                <a:ea typeface="Arial"/>
                <a:cs typeface="Arial"/>
              </a:defRPr>
            </a:pPr>
            <a:r>
              <a:rPr sz="3225" b="1">
                <a:solidFill>
                  <a:srgbClr val="143247"/>
                </a:solidFill>
                <a:latin typeface="Arial"/>
                <a:ea typeface="Arial"/>
                <a:cs typeface="Arial"/>
              </a:rPr>
              <a:t>5. Verify the completed repair</a:t>
            </a:r>
          </a:p>
        </p:txBody>
      </p:sp>
      <p:sp>
        <p:nvSpPr>
          <p:cNvPr id="3" name="">
            <a:extLst xmlns:a="http://schemas.openxmlformats.org/drawingml/2006/main">
              <a:ext uri="{FF2B5EF4-FFF2-40B4-BE49-F238E27FC236}">
                <a16:creationId xmlns:a16="http://schemas.microsoft.com/office/drawing/2014/main" id="{EE5C440E-9031-4B75-B979-40AEFA36B673}"/>
              </a:ext>
            </a:extLst>
          </p:cNvPr>
          <p:cNvSpPr>
            <a:spLocks xmlns:a="http://schemas.openxmlformats.org/drawingml/2006/main" noGrp="1"/>
          </p:cNvSpPr>
          <p:nvPr/>
        </p:nvSpPr>
        <p:spPr>
          <a:xfrm xmlns:a="http://schemas.openxmlformats.org/drawingml/2006/main">
            <a:off x="11115675" y="6372225"/>
            <a:ext cx="4667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978"/>
                </a:solidFill>
                <a:latin typeface="Arial"/>
                <a:ea typeface="Arial"/>
                <a:cs typeface="Arial"/>
              </a:defRPr>
            </a:defPPr>
            <a:lvl1pPr>
              <a:defRPr sz="1200" b="0">
                <a:solidFill>
                  <a:srgbClr val="526978"/>
                </a:solidFill>
                <a:latin typeface="Arial"/>
                <a:ea typeface="Arial"/>
                <a:cs typeface="Arial"/>
              </a:defRPr>
            </a:lvl1pPr>
            <a:lvl2pPr>
              <a:defRPr sz="1200" b="0">
                <a:solidFill>
                  <a:srgbClr val="526978"/>
                </a:solidFill>
                <a:latin typeface="Arial"/>
                <a:ea typeface="Arial"/>
                <a:cs typeface="Arial"/>
              </a:defRPr>
            </a:lvl2pPr>
            <a:lvl3pPr>
              <a:defRPr sz="1200" b="0">
                <a:solidFill>
                  <a:srgbClr val="526978"/>
                </a:solidFill>
                <a:latin typeface="Arial"/>
                <a:ea typeface="Arial"/>
                <a:cs typeface="Arial"/>
              </a:defRPr>
            </a:lvl3pPr>
            <a:lvl4pPr>
              <a:defRPr sz="1200" b="0">
                <a:solidFill>
                  <a:srgbClr val="526978"/>
                </a:solidFill>
                <a:latin typeface="Arial"/>
                <a:ea typeface="Arial"/>
                <a:cs typeface="Arial"/>
              </a:defRPr>
            </a:lvl4pPr>
            <a:lvl5pPr>
              <a:defRPr sz="1200" b="0">
                <a:solidFill>
                  <a:srgbClr val="526978"/>
                </a:solidFill>
                <a:latin typeface="Arial"/>
                <a:ea typeface="Arial"/>
                <a:cs typeface="Arial"/>
              </a:defRPr>
            </a:lvl5pPr>
            <a:lvl6pPr>
              <a:defRPr sz="1200" b="0">
                <a:solidFill>
                  <a:srgbClr val="526978"/>
                </a:solidFill>
                <a:latin typeface="Arial"/>
                <a:ea typeface="Arial"/>
                <a:cs typeface="Arial"/>
              </a:defRPr>
            </a:lvl6pPr>
            <a:lvl7pPr>
              <a:defRPr sz="1200" b="0">
                <a:solidFill>
                  <a:srgbClr val="526978"/>
                </a:solidFill>
                <a:latin typeface="Arial"/>
                <a:ea typeface="Arial"/>
                <a:cs typeface="Arial"/>
              </a:defRPr>
            </a:lvl7pPr>
            <a:lvl8pPr>
              <a:defRPr sz="1200" b="0">
                <a:solidFill>
                  <a:srgbClr val="526978"/>
                </a:solidFill>
                <a:latin typeface="Arial"/>
                <a:ea typeface="Arial"/>
                <a:cs typeface="Arial"/>
              </a:defRPr>
            </a:lvl8pPr>
            <a:lvl9pPr>
              <a:defRPr sz="1200" b="0">
                <a:solidFill>
                  <a:srgbClr val="526978"/>
                </a:solidFill>
                <a:latin typeface="Arial"/>
                <a:ea typeface="Arial"/>
                <a:cs typeface="Arial"/>
              </a:defRPr>
            </a:lvl9pPr>
          </a:lstStyle>
          <a:p xmlns:a="http://schemas.openxmlformats.org/drawingml/2006/main">
            <a:pPr>
              <a:defRPr sz="1200" b="0">
                <a:solidFill>
                  <a:srgbClr val="526978"/>
                </a:solidFill>
                <a:latin typeface="Arial"/>
                <a:ea typeface="Arial"/>
                <a:cs typeface="Arial"/>
              </a:defRPr>
            </a:pPr>
            <a:r>
              <a:rPr sz="1200" b="0">
                <a:solidFill>
                  <a:srgbClr val="526978"/>
                </a:solidFill>
                <a:latin typeface="Arial"/>
                <a:ea typeface="Arial"/>
                <a:cs typeface="Arial"/>
              </a:rPr>
              <a:t>09</a:t>
            </a:r>
          </a:p>
        </p:txBody>
      </p:sp>
      <p:pic>
        <p:nvPicPr>
          <p:cNvPr id="4" name="">
            <a:extLst xmlns:a="http://schemas.openxmlformats.org/drawingml/2006/main">
              <a:ext uri="{FF2B5EF4-FFF2-40B4-BE49-F238E27FC236}">
                <a16:creationId xmlns:a16="http://schemas.microsoft.com/office/drawing/2014/main" id="{18256EE7-E7A6-41D3-A4DA-89EA0A7CB171}"/>
              </a:ext>
            </a:extLst>
          </p:cNvPr>
          <p:cNvPicPr>
            <a:picLocks xmlns:a="http://schemas.openxmlformats.org/drawingml/2006/main" noChangeAspect="1"/>
          </p:cNvPicPr>
          <p:nvPr/>
        </p:nvPicPr>
        <p:blipFill>
          <a:blip xmlns:r="http://schemas.openxmlformats.org/officeDocument/2006/relationships" xmlns:a="http://schemas.openxmlformats.org/drawingml/2006/main" r:embed="Ree40736c30534346"/>
          <a:stretch xmlns:a="http://schemas.openxmlformats.org/drawingml/2006/main"/>
        </p:blipFill>
        <p:spPr>
          <a:xfrm xmlns:a="http://schemas.openxmlformats.org/drawingml/2006/main">
            <a:off x="2476500" y="1685925"/>
            <a:ext cx="7239000" cy="4524375"/>
          </a:xfrm>
          <a:prstGeom xmlns:a="http://schemas.openxmlformats.org/drawingml/2006/main" prst="rect">
            <a:avLst/>
          </a:prstGeom>
        </p:spPr>
      </p:pic>
    </p:spTree>
    <p:extLst>
      <p:ext uri="{BB962C8B-B14F-4D97-AF65-F5344CB8AC3E}">
        <p14:creationId xmlns:p14="http://schemas.microsoft.com/office/powerpoint/2010/main" val="71501715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9D39BE7-441D-4479-AE01-09473A716326}"/>
              </a:ext>
            </a:extLst>
          </p:cNvPr>
          <p:cNvSpPr>
            <a:spLocks xmlns:a="http://schemas.openxmlformats.org/drawingml/2006/main" noGrp="1"/>
          </p:cNvSpPr>
          <p:nvPr/>
        </p:nvSpPr>
        <p:spPr>
          <a:xfrm xmlns:a="http://schemas.openxmlformats.org/drawingml/2006/main">
            <a:off x="609600" y="457200"/>
            <a:ext cx="523875"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B1B932C-F388-48EF-8BA3-D5B59FD403FA}"/>
              </a:ext>
            </a:extLst>
          </p:cNvPr>
          <p:cNvSpPr>
            <a:spLocks xmlns:a="http://schemas.openxmlformats.org/drawingml/2006/main" noGrp="1"/>
          </p:cNvSpPr>
          <p:nvPr/>
        </p:nvSpPr>
        <p:spPr>
          <a:xfrm xmlns:a="http://schemas.openxmlformats.org/drawingml/2006/main">
            <a:off x="609600" y="7905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43247"/>
                </a:solidFill>
                <a:latin typeface="Arial"/>
                <a:ea typeface="Arial"/>
                <a:cs typeface="Arial"/>
              </a:defRPr>
            </a:defPPr>
            <a:lvl1pPr>
              <a:defRPr sz="3225" b="1">
                <a:solidFill>
                  <a:srgbClr val="143247"/>
                </a:solidFill>
                <a:latin typeface="Arial"/>
                <a:ea typeface="Arial"/>
                <a:cs typeface="Arial"/>
              </a:defRPr>
            </a:lvl1pPr>
            <a:lvl2pPr>
              <a:defRPr sz="3225" b="1">
                <a:solidFill>
                  <a:srgbClr val="143247"/>
                </a:solidFill>
                <a:latin typeface="Arial"/>
                <a:ea typeface="Arial"/>
                <a:cs typeface="Arial"/>
              </a:defRPr>
            </a:lvl2pPr>
            <a:lvl3pPr>
              <a:defRPr sz="3225" b="1">
                <a:solidFill>
                  <a:srgbClr val="143247"/>
                </a:solidFill>
                <a:latin typeface="Arial"/>
                <a:ea typeface="Arial"/>
                <a:cs typeface="Arial"/>
              </a:defRPr>
            </a:lvl3pPr>
            <a:lvl4pPr>
              <a:defRPr sz="3225" b="1">
                <a:solidFill>
                  <a:srgbClr val="143247"/>
                </a:solidFill>
                <a:latin typeface="Arial"/>
                <a:ea typeface="Arial"/>
                <a:cs typeface="Arial"/>
              </a:defRPr>
            </a:lvl4pPr>
            <a:lvl5pPr>
              <a:defRPr sz="3225" b="1">
                <a:solidFill>
                  <a:srgbClr val="143247"/>
                </a:solidFill>
                <a:latin typeface="Arial"/>
                <a:ea typeface="Arial"/>
                <a:cs typeface="Arial"/>
              </a:defRPr>
            </a:lvl5pPr>
            <a:lvl6pPr>
              <a:defRPr sz="3225" b="1">
                <a:solidFill>
                  <a:srgbClr val="143247"/>
                </a:solidFill>
                <a:latin typeface="Arial"/>
                <a:ea typeface="Arial"/>
                <a:cs typeface="Arial"/>
              </a:defRPr>
            </a:lvl6pPr>
            <a:lvl7pPr>
              <a:defRPr sz="3225" b="1">
                <a:solidFill>
                  <a:srgbClr val="143247"/>
                </a:solidFill>
                <a:latin typeface="Arial"/>
                <a:ea typeface="Arial"/>
                <a:cs typeface="Arial"/>
              </a:defRPr>
            </a:lvl7pPr>
            <a:lvl8pPr>
              <a:defRPr sz="3225" b="1">
                <a:solidFill>
                  <a:srgbClr val="143247"/>
                </a:solidFill>
                <a:latin typeface="Arial"/>
                <a:ea typeface="Arial"/>
                <a:cs typeface="Arial"/>
              </a:defRPr>
            </a:lvl8pPr>
            <a:lvl9pPr>
              <a:defRPr sz="3225" b="1">
                <a:solidFill>
                  <a:srgbClr val="143247"/>
                </a:solidFill>
                <a:latin typeface="Arial"/>
                <a:ea typeface="Arial"/>
                <a:cs typeface="Arial"/>
              </a:defRPr>
            </a:lvl9pPr>
          </a:lstStyle>
          <a:p xmlns:a="http://schemas.openxmlformats.org/drawingml/2006/main">
            <a:pPr>
              <a:defRPr sz="3225" b="1">
                <a:solidFill>
                  <a:srgbClr val="143247"/>
                </a:solidFill>
                <a:latin typeface="Arial"/>
                <a:ea typeface="Arial"/>
                <a:cs typeface="Arial"/>
              </a:defRPr>
            </a:pPr>
            <a:r>
              <a:rPr sz="3225" b="1">
                <a:solidFill>
                  <a:srgbClr val="143247"/>
                </a:solidFill>
                <a:latin typeface="Arial"/>
                <a:ea typeface="Arial"/>
                <a:cs typeface="Arial"/>
              </a:rPr>
              <a:t>The repair record in AceOS</a:t>
            </a:r>
          </a:p>
        </p:txBody>
      </p:sp>
      <p:sp>
        <p:nvSpPr>
          <p:cNvPr id="3" name="">
            <a:extLst xmlns:a="http://schemas.openxmlformats.org/drawingml/2006/main">
              <a:ext uri="{FF2B5EF4-FFF2-40B4-BE49-F238E27FC236}">
                <a16:creationId xmlns:a16="http://schemas.microsoft.com/office/drawing/2014/main" id="{A568915C-F3A3-42F3-A6A5-9B1679C6EDE1}"/>
              </a:ext>
            </a:extLst>
          </p:cNvPr>
          <p:cNvSpPr>
            <a:spLocks xmlns:a="http://schemas.openxmlformats.org/drawingml/2006/main" noGrp="1"/>
          </p:cNvSpPr>
          <p:nvPr/>
        </p:nvSpPr>
        <p:spPr>
          <a:xfrm xmlns:a="http://schemas.openxmlformats.org/drawingml/2006/main">
            <a:off x="11115675" y="6372225"/>
            <a:ext cx="4667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978"/>
                </a:solidFill>
                <a:latin typeface="Arial"/>
                <a:ea typeface="Arial"/>
                <a:cs typeface="Arial"/>
              </a:defRPr>
            </a:defPPr>
            <a:lvl1pPr>
              <a:defRPr sz="1200" b="0">
                <a:solidFill>
                  <a:srgbClr val="526978"/>
                </a:solidFill>
                <a:latin typeface="Arial"/>
                <a:ea typeface="Arial"/>
                <a:cs typeface="Arial"/>
              </a:defRPr>
            </a:lvl1pPr>
            <a:lvl2pPr>
              <a:defRPr sz="1200" b="0">
                <a:solidFill>
                  <a:srgbClr val="526978"/>
                </a:solidFill>
                <a:latin typeface="Arial"/>
                <a:ea typeface="Arial"/>
                <a:cs typeface="Arial"/>
              </a:defRPr>
            </a:lvl2pPr>
            <a:lvl3pPr>
              <a:defRPr sz="1200" b="0">
                <a:solidFill>
                  <a:srgbClr val="526978"/>
                </a:solidFill>
                <a:latin typeface="Arial"/>
                <a:ea typeface="Arial"/>
                <a:cs typeface="Arial"/>
              </a:defRPr>
            </a:lvl3pPr>
            <a:lvl4pPr>
              <a:defRPr sz="1200" b="0">
                <a:solidFill>
                  <a:srgbClr val="526978"/>
                </a:solidFill>
                <a:latin typeface="Arial"/>
                <a:ea typeface="Arial"/>
                <a:cs typeface="Arial"/>
              </a:defRPr>
            </a:lvl4pPr>
            <a:lvl5pPr>
              <a:defRPr sz="1200" b="0">
                <a:solidFill>
                  <a:srgbClr val="526978"/>
                </a:solidFill>
                <a:latin typeface="Arial"/>
                <a:ea typeface="Arial"/>
                <a:cs typeface="Arial"/>
              </a:defRPr>
            </a:lvl5pPr>
            <a:lvl6pPr>
              <a:defRPr sz="1200" b="0">
                <a:solidFill>
                  <a:srgbClr val="526978"/>
                </a:solidFill>
                <a:latin typeface="Arial"/>
                <a:ea typeface="Arial"/>
                <a:cs typeface="Arial"/>
              </a:defRPr>
            </a:lvl6pPr>
            <a:lvl7pPr>
              <a:defRPr sz="1200" b="0">
                <a:solidFill>
                  <a:srgbClr val="526978"/>
                </a:solidFill>
                <a:latin typeface="Arial"/>
                <a:ea typeface="Arial"/>
                <a:cs typeface="Arial"/>
              </a:defRPr>
            </a:lvl7pPr>
            <a:lvl8pPr>
              <a:defRPr sz="1200" b="0">
                <a:solidFill>
                  <a:srgbClr val="526978"/>
                </a:solidFill>
                <a:latin typeface="Arial"/>
                <a:ea typeface="Arial"/>
                <a:cs typeface="Arial"/>
              </a:defRPr>
            </a:lvl8pPr>
            <a:lvl9pPr>
              <a:defRPr sz="1200" b="0">
                <a:solidFill>
                  <a:srgbClr val="526978"/>
                </a:solidFill>
                <a:latin typeface="Arial"/>
                <a:ea typeface="Arial"/>
                <a:cs typeface="Arial"/>
              </a:defRPr>
            </a:lvl9pPr>
          </a:lstStyle>
          <a:p xmlns:a="http://schemas.openxmlformats.org/drawingml/2006/main">
            <a:pPr>
              <a:defRPr sz="1200" b="0">
                <a:solidFill>
                  <a:srgbClr val="526978"/>
                </a:solidFill>
                <a:latin typeface="Arial"/>
                <a:ea typeface="Arial"/>
                <a:cs typeface="Arial"/>
              </a:defRPr>
            </a:pPr>
            <a:r>
              <a:rPr sz="1200" b="0">
                <a:solidFill>
                  <a:srgbClr val="526978"/>
                </a:solidFill>
                <a:latin typeface="Arial"/>
                <a:ea typeface="Arial"/>
                <a:cs typeface="Arial"/>
              </a:rPr>
              <a:t>10</a:t>
            </a:r>
          </a:p>
        </p:txBody>
      </p:sp>
      <p:pic>
        <p:nvPicPr>
          <p:cNvPr id="4" name="">
            <a:extLst xmlns:a="http://schemas.openxmlformats.org/drawingml/2006/main">
              <a:ext uri="{FF2B5EF4-FFF2-40B4-BE49-F238E27FC236}">
                <a16:creationId xmlns:a16="http://schemas.microsoft.com/office/drawing/2014/main" id="{F3DAFDBE-72A6-4B2C-B64B-6BE55BB2DDB0}"/>
              </a:ext>
            </a:extLst>
          </p:cNvPr>
          <p:cNvPicPr>
            <a:picLocks xmlns:a="http://schemas.openxmlformats.org/drawingml/2006/main" noChangeAspect="1"/>
          </p:cNvPicPr>
          <p:nvPr/>
        </p:nvPicPr>
        <p:blipFill>
          <a:blip xmlns:r="http://schemas.openxmlformats.org/officeDocument/2006/relationships" xmlns:a="http://schemas.openxmlformats.org/drawingml/2006/main" r:embed="Ra252454bfcda472b"/>
          <a:stretch xmlns:a="http://schemas.openxmlformats.org/drawingml/2006/main"/>
        </p:blipFill>
        <p:spPr>
          <a:xfrm xmlns:a="http://schemas.openxmlformats.org/drawingml/2006/main">
            <a:off x="1276350" y="1752600"/>
            <a:ext cx="7239000" cy="4524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D676DEA-2956-424F-9ECE-0DF27F5D41FE}"/>
              </a:ext>
            </a:extLst>
          </p:cNvPr>
          <p:cNvSpPr>
            <a:spLocks xmlns:a="http://schemas.openxmlformats.org/drawingml/2006/main" noGrp="1"/>
          </p:cNvSpPr>
          <p:nvPr/>
        </p:nvSpPr>
        <p:spPr>
          <a:xfrm xmlns:a="http://schemas.openxmlformats.org/drawingml/2006/main">
            <a:off x="9477375" y="2171700"/>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rial"/>
                <a:ea typeface="Arial"/>
                <a:cs typeface="Arial"/>
              </a:defRPr>
            </a:defPPr>
            <a:lvl1pPr>
              <a:defRPr sz="2175" b="1">
                <a:solidFill>
                  <a:srgbClr val="087F8C"/>
                </a:solidFill>
                <a:latin typeface="Arial"/>
                <a:ea typeface="Arial"/>
                <a:cs typeface="Arial"/>
              </a:defRPr>
            </a:lvl1pPr>
            <a:lvl2pPr>
              <a:defRPr sz="2175" b="1">
                <a:solidFill>
                  <a:srgbClr val="087F8C"/>
                </a:solidFill>
                <a:latin typeface="Arial"/>
                <a:ea typeface="Arial"/>
                <a:cs typeface="Arial"/>
              </a:defRPr>
            </a:lvl2pPr>
            <a:lvl3pPr>
              <a:defRPr sz="2175" b="1">
                <a:solidFill>
                  <a:srgbClr val="087F8C"/>
                </a:solidFill>
                <a:latin typeface="Arial"/>
                <a:ea typeface="Arial"/>
                <a:cs typeface="Arial"/>
              </a:defRPr>
            </a:lvl3pPr>
            <a:lvl4pPr>
              <a:defRPr sz="2175" b="1">
                <a:solidFill>
                  <a:srgbClr val="087F8C"/>
                </a:solidFill>
                <a:latin typeface="Arial"/>
                <a:ea typeface="Arial"/>
                <a:cs typeface="Arial"/>
              </a:defRPr>
            </a:lvl4pPr>
            <a:lvl5pPr>
              <a:defRPr sz="2175" b="1">
                <a:solidFill>
                  <a:srgbClr val="087F8C"/>
                </a:solidFill>
                <a:latin typeface="Arial"/>
                <a:ea typeface="Arial"/>
                <a:cs typeface="Arial"/>
              </a:defRPr>
            </a:lvl5pPr>
            <a:lvl6pPr>
              <a:defRPr sz="2175" b="1">
                <a:solidFill>
                  <a:srgbClr val="087F8C"/>
                </a:solidFill>
                <a:latin typeface="Arial"/>
                <a:ea typeface="Arial"/>
                <a:cs typeface="Arial"/>
              </a:defRPr>
            </a:lvl6pPr>
            <a:lvl7pPr>
              <a:defRPr sz="2175" b="1">
                <a:solidFill>
                  <a:srgbClr val="087F8C"/>
                </a:solidFill>
                <a:latin typeface="Arial"/>
                <a:ea typeface="Arial"/>
                <a:cs typeface="Arial"/>
              </a:defRPr>
            </a:lvl7pPr>
            <a:lvl8pPr>
              <a:defRPr sz="2175" b="1">
                <a:solidFill>
                  <a:srgbClr val="087F8C"/>
                </a:solidFill>
                <a:latin typeface="Arial"/>
                <a:ea typeface="Arial"/>
                <a:cs typeface="Arial"/>
              </a:defRPr>
            </a:lvl8pPr>
            <a:lvl9pPr>
              <a:defRPr sz="2175" b="1">
                <a:solidFill>
                  <a:srgbClr val="087F8C"/>
                </a:solidFill>
                <a:latin typeface="Arial"/>
                <a:ea typeface="Arial"/>
                <a:cs typeface="Arial"/>
              </a:defRPr>
            </a:lvl9pPr>
          </a:lstStyle>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Current progress</a:t>
            </a:r>
          </a:p>
        </p:txBody>
      </p:sp>
      <p:sp>
        <p:nvSpPr>
          <p:cNvPr id="6" name="">
            <a:extLst xmlns:a="http://schemas.openxmlformats.org/drawingml/2006/main">
              <a:ext uri="{FF2B5EF4-FFF2-40B4-BE49-F238E27FC236}">
                <a16:creationId xmlns:a16="http://schemas.microsoft.com/office/drawing/2014/main" id="{57E4BDA3-B47B-4592-AF28-48801629825C}"/>
              </a:ext>
            </a:extLst>
          </p:cNvPr>
          <p:cNvSpPr>
            <a:spLocks xmlns:a="http://schemas.openxmlformats.org/drawingml/2006/main" noGrp="1"/>
          </p:cNvSpPr>
          <p:nvPr/>
        </p:nvSpPr>
        <p:spPr>
          <a:xfrm xmlns:a="http://schemas.openxmlformats.org/drawingml/2006/main">
            <a:off x="9477375" y="2952750"/>
            <a:ext cx="209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3247"/>
                </a:solidFill>
                <a:latin typeface="Arial"/>
                <a:ea typeface="Arial"/>
                <a:cs typeface="Arial"/>
              </a:defRPr>
            </a:defPPr>
            <a:lvl1pPr>
              <a:defRPr sz="1875" b="0">
                <a:solidFill>
                  <a:srgbClr val="143247"/>
                </a:solidFill>
                <a:latin typeface="Arial"/>
                <a:ea typeface="Arial"/>
                <a:cs typeface="Arial"/>
              </a:defRPr>
            </a:lvl1pPr>
            <a:lvl2pPr>
              <a:defRPr sz="1875" b="0">
                <a:solidFill>
                  <a:srgbClr val="143247"/>
                </a:solidFill>
                <a:latin typeface="Arial"/>
                <a:ea typeface="Arial"/>
                <a:cs typeface="Arial"/>
              </a:defRPr>
            </a:lvl2pPr>
            <a:lvl3pPr>
              <a:defRPr sz="1875" b="0">
                <a:solidFill>
                  <a:srgbClr val="143247"/>
                </a:solidFill>
                <a:latin typeface="Arial"/>
                <a:ea typeface="Arial"/>
                <a:cs typeface="Arial"/>
              </a:defRPr>
            </a:lvl3pPr>
            <a:lvl4pPr>
              <a:defRPr sz="1875" b="0">
                <a:solidFill>
                  <a:srgbClr val="143247"/>
                </a:solidFill>
                <a:latin typeface="Arial"/>
                <a:ea typeface="Arial"/>
                <a:cs typeface="Arial"/>
              </a:defRPr>
            </a:lvl4pPr>
            <a:lvl5pPr>
              <a:defRPr sz="1875" b="0">
                <a:solidFill>
                  <a:srgbClr val="143247"/>
                </a:solidFill>
                <a:latin typeface="Arial"/>
                <a:ea typeface="Arial"/>
                <a:cs typeface="Arial"/>
              </a:defRPr>
            </a:lvl5pPr>
            <a:lvl6pPr>
              <a:defRPr sz="1875" b="0">
                <a:solidFill>
                  <a:srgbClr val="143247"/>
                </a:solidFill>
                <a:latin typeface="Arial"/>
                <a:ea typeface="Arial"/>
                <a:cs typeface="Arial"/>
              </a:defRPr>
            </a:lvl6pPr>
            <a:lvl7pPr>
              <a:defRPr sz="1875" b="0">
                <a:solidFill>
                  <a:srgbClr val="143247"/>
                </a:solidFill>
                <a:latin typeface="Arial"/>
                <a:ea typeface="Arial"/>
                <a:cs typeface="Arial"/>
              </a:defRPr>
            </a:lvl7pPr>
            <a:lvl8pPr>
              <a:defRPr sz="1875" b="0">
                <a:solidFill>
                  <a:srgbClr val="143247"/>
                </a:solidFill>
                <a:latin typeface="Arial"/>
                <a:ea typeface="Arial"/>
                <a:cs typeface="Arial"/>
              </a:defRPr>
            </a:lvl8pPr>
            <a:lvl9pPr>
              <a:defRPr sz="1875" b="0">
                <a:solidFill>
                  <a:srgbClr val="143247"/>
                </a:solidFill>
                <a:latin typeface="Arial"/>
                <a:ea typeface="Arial"/>
                <a:cs typeface="Arial"/>
              </a:defRPr>
            </a:lvl9pPr>
          </a:lstStyle>
          <a:p xmlns:a="http://schemas.openxmlformats.org/drawingml/2006/main">
            <a:pPr>
              <a:defRPr sz="1875" b="0">
                <a:solidFill>
                  <a:srgbClr val="143247"/>
                </a:solidFill>
                <a:latin typeface="Arial"/>
                <a:ea typeface="Arial"/>
                <a:cs typeface="Arial"/>
              </a:defRPr>
            </a:pPr>
            <a:r>
              <a:rPr sz="1875" b="0">
                <a:solidFill>
                  <a:srgbClr val="143247"/>
                </a:solidFill>
                <a:latin typeface="Arial"/>
                <a:ea typeface="Arial"/>
                <a:cs typeface="Arial"/>
              </a:rPr>
              <a:t>Complaint, asset</a:t>
            </a:r>
          </a:p>
          <a:p xmlns:a="http://schemas.openxmlformats.org/drawingml/2006/main">
            <a:pPr>
              <a:defRPr sz="1875" b="0">
                <a:solidFill>
                  <a:srgbClr val="143247"/>
                </a:solidFill>
                <a:latin typeface="Arial"/>
                <a:ea typeface="Arial"/>
                <a:cs typeface="Arial"/>
              </a:defRPr>
            </a:pPr>
            <a:r>
              <a:rPr sz="1875" b="0">
                <a:solidFill>
                  <a:srgbClr val="143247"/>
                </a:solidFill>
                <a:latin typeface="Arial"/>
                <a:ea typeface="Arial"/>
                <a:cs typeface="Arial"/>
              </a:rPr>
              <a:t>and technician</a:t>
            </a:r>
          </a:p>
        </p:txBody>
      </p:sp>
      <p:sp>
        <p:nvSpPr>
          <p:cNvPr id="7" name="">
            <a:extLst xmlns:a="http://schemas.openxmlformats.org/drawingml/2006/main">
              <a:ext uri="{FF2B5EF4-FFF2-40B4-BE49-F238E27FC236}">
                <a16:creationId xmlns:a16="http://schemas.microsoft.com/office/drawing/2014/main" id="{495B80A9-C8DE-48EA-BFF7-055EDA54B0CD}"/>
              </a:ext>
            </a:extLst>
          </p:cNvPr>
          <p:cNvSpPr>
            <a:spLocks xmlns:a="http://schemas.openxmlformats.org/drawingml/2006/main" noGrp="1"/>
          </p:cNvSpPr>
          <p:nvPr/>
        </p:nvSpPr>
        <p:spPr>
          <a:xfrm xmlns:a="http://schemas.openxmlformats.org/drawingml/2006/main">
            <a:off x="9477375" y="4019550"/>
            <a:ext cx="2095500" cy="28575"/>
          </a:xfrm>
          <a:prstGeom xmlns:a="http://schemas.openxmlformats.org/drawingml/2006/main" prst="rect">
            <a:avLst/>
          </a:prstGeom>
          <a:solidFill xmlns:a="http://schemas.openxmlformats.org/drawingml/2006/main">
            <a:srgbClr val="C8DCE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7094939-3279-41B3-9AF7-80F25FB71BF2}"/>
              </a:ext>
            </a:extLst>
          </p:cNvPr>
          <p:cNvSpPr>
            <a:spLocks xmlns:a="http://schemas.openxmlformats.org/drawingml/2006/main" noGrp="1"/>
          </p:cNvSpPr>
          <p:nvPr/>
        </p:nvSpPr>
        <p:spPr>
          <a:xfrm xmlns:a="http://schemas.openxmlformats.org/drawingml/2006/main">
            <a:off x="9477375" y="4305300"/>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rial"/>
                <a:ea typeface="Arial"/>
                <a:cs typeface="Arial"/>
              </a:defRPr>
            </a:defPPr>
            <a:lvl1pPr>
              <a:defRPr sz="2175" b="1">
                <a:solidFill>
                  <a:srgbClr val="087F8C"/>
                </a:solidFill>
                <a:latin typeface="Arial"/>
                <a:ea typeface="Arial"/>
                <a:cs typeface="Arial"/>
              </a:defRPr>
            </a:lvl1pPr>
            <a:lvl2pPr>
              <a:defRPr sz="2175" b="1">
                <a:solidFill>
                  <a:srgbClr val="087F8C"/>
                </a:solidFill>
                <a:latin typeface="Arial"/>
                <a:ea typeface="Arial"/>
                <a:cs typeface="Arial"/>
              </a:defRPr>
            </a:lvl2pPr>
            <a:lvl3pPr>
              <a:defRPr sz="2175" b="1">
                <a:solidFill>
                  <a:srgbClr val="087F8C"/>
                </a:solidFill>
                <a:latin typeface="Arial"/>
                <a:ea typeface="Arial"/>
                <a:cs typeface="Arial"/>
              </a:defRPr>
            </a:lvl3pPr>
            <a:lvl4pPr>
              <a:defRPr sz="2175" b="1">
                <a:solidFill>
                  <a:srgbClr val="087F8C"/>
                </a:solidFill>
                <a:latin typeface="Arial"/>
                <a:ea typeface="Arial"/>
                <a:cs typeface="Arial"/>
              </a:defRPr>
            </a:lvl4pPr>
            <a:lvl5pPr>
              <a:defRPr sz="2175" b="1">
                <a:solidFill>
                  <a:srgbClr val="087F8C"/>
                </a:solidFill>
                <a:latin typeface="Arial"/>
                <a:ea typeface="Arial"/>
                <a:cs typeface="Arial"/>
              </a:defRPr>
            </a:lvl5pPr>
            <a:lvl6pPr>
              <a:defRPr sz="2175" b="1">
                <a:solidFill>
                  <a:srgbClr val="087F8C"/>
                </a:solidFill>
                <a:latin typeface="Arial"/>
                <a:ea typeface="Arial"/>
                <a:cs typeface="Arial"/>
              </a:defRPr>
            </a:lvl6pPr>
            <a:lvl7pPr>
              <a:defRPr sz="2175" b="1">
                <a:solidFill>
                  <a:srgbClr val="087F8C"/>
                </a:solidFill>
                <a:latin typeface="Arial"/>
                <a:ea typeface="Arial"/>
                <a:cs typeface="Arial"/>
              </a:defRPr>
            </a:lvl7pPr>
            <a:lvl8pPr>
              <a:defRPr sz="2175" b="1">
                <a:solidFill>
                  <a:srgbClr val="087F8C"/>
                </a:solidFill>
                <a:latin typeface="Arial"/>
                <a:ea typeface="Arial"/>
                <a:cs typeface="Arial"/>
              </a:defRPr>
            </a:lvl8pPr>
            <a:lvl9pPr>
              <a:defRPr sz="2175" b="1">
                <a:solidFill>
                  <a:srgbClr val="087F8C"/>
                </a:solidFill>
                <a:latin typeface="Arial"/>
                <a:ea typeface="Arial"/>
                <a:cs typeface="Arial"/>
              </a:defRPr>
            </a:lvl9pPr>
          </a:lstStyle>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Evidence history</a:t>
            </a:r>
          </a:p>
        </p:txBody>
      </p:sp>
      <p:sp>
        <p:nvSpPr>
          <p:cNvPr id="9" name="">
            <a:extLst xmlns:a="http://schemas.openxmlformats.org/drawingml/2006/main">
              <a:ext uri="{FF2B5EF4-FFF2-40B4-BE49-F238E27FC236}">
                <a16:creationId xmlns:a16="http://schemas.microsoft.com/office/drawing/2014/main" id="{60818B82-777C-45EF-8281-0F4E7CC5414B}"/>
              </a:ext>
            </a:extLst>
          </p:cNvPr>
          <p:cNvSpPr>
            <a:spLocks xmlns:a="http://schemas.openxmlformats.org/drawingml/2006/main" noGrp="1"/>
          </p:cNvSpPr>
          <p:nvPr/>
        </p:nvSpPr>
        <p:spPr>
          <a:xfrm xmlns:a="http://schemas.openxmlformats.org/drawingml/2006/main">
            <a:off x="9477375" y="5095875"/>
            <a:ext cx="209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3247"/>
                </a:solidFill>
                <a:latin typeface="Arial"/>
                <a:ea typeface="Arial"/>
                <a:cs typeface="Arial"/>
              </a:defRPr>
            </a:defPPr>
            <a:lvl1pPr>
              <a:defRPr sz="1875" b="0">
                <a:solidFill>
                  <a:srgbClr val="143247"/>
                </a:solidFill>
                <a:latin typeface="Arial"/>
                <a:ea typeface="Arial"/>
                <a:cs typeface="Arial"/>
              </a:defRPr>
            </a:lvl1pPr>
            <a:lvl2pPr>
              <a:defRPr sz="1875" b="0">
                <a:solidFill>
                  <a:srgbClr val="143247"/>
                </a:solidFill>
                <a:latin typeface="Arial"/>
                <a:ea typeface="Arial"/>
                <a:cs typeface="Arial"/>
              </a:defRPr>
            </a:lvl2pPr>
            <a:lvl3pPr>
              <a:defRPr sz="1875" b="0">
                <a:solidFill>
                  <a:srgbClr val="143247"/>
                </a:solidFill>
                <a:latin typeface="Arial"/>
                <a:ea typeface="Arial"/>
                <a:cs typeface="Arial"/>
              </a:defRPr>
            </a:lvl3pPr>
            <a:lvl4pPr>
              <a:defRPr sz="1875" b="0">
                <a:solidFill>
                  <a:srgbClr val="143247"/>
                </a:solidFill>
                <a:latin typeface="Arial"/>
                <a:ea typeface="Arial"/>
                <a:cs typeface="Arial"/>
              </a:defRPr>
            </a:lvl4pPr>
            <a:lvl5pPr>
              <a:defRPr sz="1875" b="0">
                <a:solidFill>
                  <a:srgbClr val="143247"/>
                </a:solidFill>
                <a:latin typeface="Arial"/>
                <a:ea typeface="Arial"/>
                <a:cs typeface="Arial"/>
              </a:defRPr>
            </a:lvl5pPr>
            <a:lvl6pPr>
              <a:defRPr sz="1875" b="0">
                <a:solidFill>
                  <a:srgbClr val="143247"/>
                </a:solidFill>
                <a:latin typeface="Arial"/>
                <a:ea typeface="Arial"/>
                <a:cs typeface="Arial"/>
              </a:defRPr>
            </a:lvl6pPr>
            <a:lvl7pPr>
              <a:defRPr sz="1875" b="0">
                <a:solidFill>
                  <a:srgbClr val="143247"/>
                </a:solidFill>
                <a:latin typeface="Arial"/>
                <a:ea typeface="Arial"/>
                <a:cs typeface="Arial"/>
              </a:defRPr>
            </a:lvl7pPr>
            <a:lvl8pPr>
              <a:defRPr sz="1875" b="0">
                <a:solidFill>
                  <a:srgbClr val="143247"/>
                </a:solidFill>
                <a:latin typeface="Arial"/>
                <a:ea typeface="Arial"/>
                <a:cs typeface="Arial"/>
              </a:defRPr>
            </a:lvl8pPr>
            <a:lvl9pPr>
              <a:defRPr sz="1875" b="0">
                <a:solidFill>
                  <a:srgbClr val="143247"/>
                </a:solidFill>
                <a:latin typeface="Arial"/>
                <a:ea typeface="Arial"/>
                <a:cs typeface="Arial"/>
              </a:defRPr>
            </a:lvl9pPr>
          </a:lstStyle>
          <a:p xmlns:a="http://schemas.openxmlformats.org/drawingml/2006/main">
            <a:pPr>
              <a:defRPr sz="1875" b="0">
                <a:solidFill>
                  <a:srgbClr val="143247"/>
                </a:solidFill>
                <a:latin typeface="Arial"/>
                <a:ea typeface="Arial"/>
                <a:cs typeface="Arial"/>
              </a:defRPr>
            </a:pPr>
            <a:r>
              <a:rPr sz="1875" b="0">
                <a:solidFill>
                  <a:srgbClr val="143247"/>
                </a:solidFill>
                <a:latin typeface="Arial"/>
                <a:ea typeface="Arial"/>
                <a:cs typeface="Arial"/>
              </a:rPr>
              <a:t>Submitted work and</a:t>
            </a:r>
          </a:p>
          <a:p xmlns:a="http://schemas.openxmlformats.org/drawingml/2006/main">
            <a:pPr>
              <a:defRPr sz="1875" b="0">
                <a:solidFill>
                  <a:srgbClr val="143247"/>
                </a:solidFill>
                <a:latin typeface="Arial"/>
                <a:ea typeface="Arial"/>
                <a:cs typeface="Arial"/>
              </a:defRPr>
            </a:pPr>
            <a:r>
              <a:rPr sz="1875" b="0">
                <a:solidFill>
                  <a:srgbClr val="143247"/>
                </a:solidFill>
                <a:latin typeface="Arial"/>
                <a:ea typeface="Arial"/>
                <a:cs typeface="Arial"/>
              </a:rPr>
              <a:t>review reasons</a:t>
            </a:r>
          </a:p>
        </p:txBody>
      </p:sp>
    </p:spTree>
    <p:extLst>
      <p:ext uri="{BB962C8B-B14F-4D97-AF65-F5344CB8AC3E}">
        <p14:creationId xmlns:p14="http://schemas.microsoft.com/office/powerpoint/2010/main" val="55812481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9B8C87A-7B47-434E-81A9-9358D8A67FDD}"/>
              </a:ext>
            </a:extLst>
          </p:cNvPr>
          <p:cNvSpPr>
            <a:spLocks xmlns:a="http://schemas.openxmlformats.org/drawingml/2006/main" noGrp="1"/>
          </p:cNvSpPr>
          <p:nvPr/>
        </p:nvSpPr>
        <p:spPr>
          <a:xfrm xmlns:a="http://schemas.openxmlformats.org/drawingml/2006/main">
            <a:off x="609600" y="457200"/>
            <a:ext cx="523875"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2BDC160-4197-4F0F-A9BE-7D49D0EBDCF6}"/>
              </a:ext>
            </a:extLst>
          </p:cNvPr>
          <p:cNvSpPr>
            <a:spLocks xmlns:a="http://schemas.openxmlformats.org/drawingml/2006/main" noGrp="1"/>
          </p:cNvSpPr>
          <p:nvPr/>
        </p:nvSpPr>
        <p:spPr>
          <a:xfrm xmlns:a="http://schemas.openxmlformats.org/drawingml/2006/main">
            <a:off x="609600" y="7905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43247"/>
                </a:solidFill>
                <a:latin typeface="Arial"/>
                <a:ea typeface="Arial"/>
                <a:cs typeface="Arial"/>
              </a:defRPr>
            </a:defPPr>
            <a:lvl1pPr>
              <a:defRPr sz="3225" b="1">
                <a:solidFill>
                  <a:srgbClr val="143247"/>
                </a:solidFill>
                <a:latin typeface="Arial"/>
                <a:ea typeface="Arial"/>
                <a:cs typeface="Arial"/>
              </a:defRPr>
            </a:lvl1pPr>
            <a:lvl2pPr>
              <a:defRPr sz="3225" b="1">
                <a:solidFill>
                  <a:srgbClr val="143247"/>
                </a:solidFill>
                <a:latin typeface="Arial"/>
                <a:ea typeface="Arial"/>
                <a:cs typeface="Arial"/>
              </a:defRPr>
            </a:lvl2pPr>
            <a:lvl3pPr>
              <a:defRPr sz="3225" b="1">
                <a:solidFill>
                  <a:srgbClr val="143247"/>
                </a:solidFill>
                <a:latin typeface="Arial"/>
                <a:ea typeface="Arial"/>
                <a:cs typeface="Arial"/>
              </a:defRPr>
            </a:lvl3pPr>
            <a:lvl4pPr>
              <a:defRPr sz="3225" b="1">
                <a:solidFill>
                  <a:srgbClr val="143247"/>
                </a:solidFill>
                <a:latin typeface="Arial"/>
                <a:ea typeface="Arial"/>
                <a:cs typeface="Arial"/>
              </a:defRPr>
            </a:lvl4pPr>
            <a:lvl5pPr>
              <a:defRPr sz="3225" b="1">
                <a:solidFill>
                  <a:srgbClr val="143247"/>
                </a:solidFill>
                <a:latin typeface="Arial"/>
                <a:ea typeface="Arial"/>
                <a:cs typeface="Arial"/>
              </a:defRPr>
            </a:lvl5pPr>
            <a:lvl6pPr>
              <a:defRPr sz="3225" b="1">
                <a:solidFill>
                  <a:srgbClr val="143247"/>
                </a:solidFill>
                <a:latin typeface="Arial"/>
                <a:ea typeface="Arial"/>
                <a:cs typeface="Arial"/>
              </a:defRPr>
            </a:lvl6pPr>
            <a:lvl7pPr>
              <a:defRPr sz="3225" b="1">
                <a:solidFill>
                  <a:srgbClr val="143247"/>
                </a:solidFill>
                <a:latin typeface="Arial"/>
                <a:ea typeface="Arial"/>
                <a:cs typeface="Arial"/>
              </a:defRPr>
            </a:lvl7pPr>
            <a:lvl8pPr>
              <a:defRPr sz="3225" b="1">
                <a:solidFill>
                  <a:srgbClr val="143247"/>
                </a:solidFill>
                <a:latin typeface="Arial"/>
                <a:ea typeface="Arial"/>
                <a:cs typeface="Arial"/>
              </a:defRPr>
            </a:lvl8pPr>
            <a:lvl9pPr>
              <a:defRPr sz="3225" b="1">
                <a:solidFill>
                  <a:srgbClr val="143247"/>
                </a:solidFill>
                <a:latin typeface="Arial"/>
                <a:ea typeface="Arial"/>
                <a:cs typeface="Arial"/>
              </a:defRPr>
            </a:lvl9pPr>
          </a:lstStyle>
          <a:p xmlns:a="http://schemas.openxmlformats.org/drawingml/2006/main">
            <a:pPr>
              <a:defRPr sz="3225" b="1">
                <a:solidFill>
                  <a:srgbClr val="143247"/>
                </a:solidFill>
                <a:latin typeface="Arial"/>
                <a:ea typeface="Arial"/>
                <a:cs typeface="Arial"/>
              </a:defRPr>
            </a:pPr>
            <a:r>
              <a:rPr sz="3225" b="1">
                <a:solidFill>
                  <a:srgbClr val="143247"/>
                </a:solidFill>
                <a:latin typeface="Arial"/>
                <a:ea typeface="Arial"/>
                <a:cs typeface="Arial"/>
              </a:rPr>
              <a:t>How the application is organised</a:t>
            </a:r>
          </a:p>
        </p:txBody>
      </p:sp>
      <p:sp>
        <p:nvSpPr>
          <p:cNvPr id="3" name="">
            <a:extLst xmlns:a="http://schemas.openxmlformats.org/drawingml/2006/main">
              <a:ext uri="{FF2B5EF4-FFF2-40B4-BE49-F238E27FC236}">
                <a16:creationId xmlns:a16="http://schemas.microsoft.com/office/drawing/2014/main" id="{DEB26127-B13F-4FE8-B65B-AC7C9E773CE9}"/>
              </a:ext>
            </a:extLst>
          </p:cNvPr>
          <p:cNvSpPr>
            <a:spLocks xmlns:a="http://schemas.openxmlformats.org/drawingml/2006/main" noGrp="1"/>
          </p:cNvSpPr>
          <p:nvPr/>
        </p:nvSpPr>
        <p:spPr>
          <a:xfrm xmlns:a="http://schemas.openxmlformats.org/drawingml/2006/main">
            <a:off x="11115675" y="6372225"/>
            <a:ext cx="4667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978"/>
                </a:solidFill>
                <a:latin typeface="Arial"/>
                <a:ea typeface="Arial"/>
                <a:cs typeface="Arial"/>
              </a:defRPr>
            </a:defPPr>
            <a:lvl1pPr>
              <a:defRPr sz="1200" b="0">
                <a:solidFill>
                  <a:srgbClr val="526978"/>
                </a:solidFill>
                <a:latin typeface="Arial"/>
                <a:ea typeface="Arial"/>
                <a:cs typeface="Arial"/>
              </a:defRPr>
            </a:lvl1pPr>
            <a:lvl2pPr>
              <a:defRPr sz="1200" b="0">
                <a:solidFill>
                  <a:srgbClr val="526978"/>
                </a:solidFill>
                <a:latin typeface="Arial"/>
                <a:ea typeface="Arial"/>
                <a:cs typeface="Arial"/>
              </a:defRPr>
            </a:lvl2pPr>
            <a:lvl3pPr>
              <a:defRPr sz="1200" b="0">
                <a:solidFill>
                  <a:srgbClr val="526978"/>
                </a:solidFill>
                <a:latin typeface="Arial"/>
                <a:ea typeface="Arial"/>
                <a:cs typeface="Arial"/>
              </a:defRPr>
            </a:lvl3pPr>
            <a:lvl4pPr>
              <a:defRPr sz="1200" b="0">
                <a:solidFill>
                  <a:srgbClr val="526978"/>
                </a:solidFill>
                <a:latin typeface="Arial"/>
                <a:ea typeface="Arial"/>
                <a:cs typeface="Arial"/>
              </a:defRPr>
            </a:lvl4pPr>
            <a:lvl5pPr>
              <a:defRPr sz="1200" b="0">
                <a:solidFill>
                  <a:srgbClr val="526978"/>
                </a:solidFill>
                <a:latin typeface="Arial"/>
                <a:ea typeface="Arial"/>
                <a:cs typeface="Arial"/>
              </a:defRPr>
            </a:lvl5pPr>
            <a:lvl6pPr>
              <a:defRPr sz="1200" b="0">
                <a:solidFill>
                  <a:srgbClr val="526978"/>
                </a:solidFill>
                <a:latin typeface="Arial"/>
                <a:ea typeface="Arial"/>
                <a:cs typeface="Arial"/>
              </a:defRPr>
            </a:lvl6pPr>
            <a:lvl7pPr>
              <a:defRPr sz="1200" b="0">
                <a:solidFill>
                  <a:srgbClr val="526978"/>
                </a:solidFill>
                <a:latin typeface="Arial"/>
                <a:ea typeface="Arial"/>
                <a:cs typeface="Arial"/>
              </a:defRPr>
            </a:lvl7pPr>
            <a:lvl8pPr>
              <a:defRPr sz="1200" b="0">
                <a:solidFill>
                  <a:srgbClr val="526978"/>
                </a:solidFill>
                <a:latin typeface="Arial"/>
                <a:ea typeface="Arial"/>
                <a:cs typeface="Arial"/>
              </a:defRPr>
            </a:lvl8pPr>
            <a:lvl9pPr>
              <a:defRPr sz="1200" b="0">
                <a:solidFill>
                  <a:srgbClr val="526978"/>
                </a:solidFill>
                <a:latin typeface="Arial"/>
                <a:ea typeface="Arial"/>
                <a:cs typeface="Arial"/>
              </a:defRPr>
            </a:lvl9pPr>
          </a:lstStyle>
          <a:p xmlns:a="http://schemas.openxmlformats.org/drawingml/2006/main">
            <a:pPr>
              <a:defRPr sz="1200" b="0">
                <a:solidFill>
                  <a:srgbClr val="526978"/>
                </a:solidFill>
                <a:latin typeface="Arial"/>
                <a:ea typeface="Arial"/>
                <a:cs typeface="Arial"/>
              </a:defRPr>
            </a:pPr>
            <a:r>
              <a:rPr sz="1200" b="0">
                <a:solidFill>
                  <a:srgbClr val="526978"/>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8028D399-FF9C-4E7E-B17F-BFB4FB3F2BF4}"/>
              </a:ext>
            </a:extLst>
          </p:cNvPr>
          <p:cNvSpPr>
            <a:spLocks xmlns:a="http://schemas.openxmlformats.org/drawingml/2006/main" noGrp="1"/>
          </p:cNvSpPr>
          <p:nvPr/>
        </p:nvSpPr>
        <p:spPr>
          <a:xfrm xmlns:a="http://schemas.openxmlformats.org/drawingml/2006/main">
            <a:off x="609600" y="2390775"/>
            <a:ext cx="2381250" cy="1419225"/>
          </a:xfrm>
          <a:prstGeom xmlns:a="http://schemas.openxmlformats.org/drawingml/2006/main" prst="rect">
            <a:avLst/>
          </a:prstGeom>
          <a:solidFill xmlns:a="http://schemas.openxmlformats.org/drawingml/2006/main">
            <a:srgbClr val="EAF3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250476A-9FF2-406D-BCA0-7F2456C93E3C}"/>
              </a:ext>
            </a:extLst>
          </p:cNvPr>
          <p:cNvSpPr>
            <a:spLocks xmlns:a="http://schemas.openxmlformats.org/drawingml/2006/main" noGrp="1"/>
          </p:cNvSpPr>
          <p:nvPr/>
        </p:nvSpPr>
        <p:spPr>
          <a:xfrm xmlns:a="http://schemas.openxmlformats.org/drawingml/2006/main">
            <a:off x="762000" y="26384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43247"/>
                </a:solidFill>
                <a:latin typeface="Arial"/>
                <a:ea typeface="Arial"/>
                <a:cs typeface="Arial"/>
              </a:defRPr>
            </a:defPPr>
            <a:lvl1pPr>
              <a:defRPr sz="2175" b="1">
                <a:solidFill>
                  <a:srgbClr val="143247"/>
                </a:solidFill>
                <a:latin typeface="Arial"/>
                <a:ea typeface="Arial"/>
                <a:cs typeface="Arial"/>
              </a:defRPr>
            </a:lvl1pPr>
            <a:lvl2pPr>
              <a:defRPr sz="2175" b="1">
                <a:solidFill>
                  <a:srgbClr val="143247"/>
                </a:solidFill>
                <a:latin typeface="Arial"/>
                <a:ea typeface="Arial"/>
                <a:cs typeface="Arial"/>
              </a:defRPr>
            </a:lvl2pPr>
            <a:lvl3pPr>
              <a:defRPr sz="2175" b="1">
                <a:solidFill>
                  <a:srgbClr val="143247"/>
                </a:solidFill>
                <a:latin typeface="Arial"/>
                <a:ea typeface="Arial"/>
                <a:cs typeface="Arial"/>
              </a:defRPr>
            </a:lvl3pPr>
            <a:lvl4pPr>
              <a:defRPr sz="2175" b="1">
                <a:solidFill>
                  <a:srgbClr val="143247"/>
                </a:solidFill>
                <a:latin typeface="Arial"/>
                <a:ea typeface="Arial"/>
                <a:cs typeface="Arial"/>
              </a:defRPr>
            </a:lvl4pPr>
            <a:lvl5pPr>
              <a:defRPr sz="2175" b="1">
                <a:solidFill>
                  <a:srgbClr val="143247"/>
                </a:solidFill>
                <a:latin typeface="Arial"/>
                <a:ea typeface="Arial"/>
                <a:cs typeface="Arial"/>
              </a:defRPr>
            </a:lvl5pPr>
            <a:lvl6pPr>
              <a:defRPr sz="2175" b="1">
                <a:solidFill>
                  <a:srgbClr val="143247"/>
                </a:solidFill>
                <a:latin typeface="Arial"/>
                <a:ea typeface="Arial"/>
                <a:cs typeface="Arial"/>
              </a:defRPr>
            </a:lvl6pPr>
            <a:lvl7pPr>
              <a:defRPr sz="2175" b="1">
                <a:solidFill>
                  <a:srgbClr val="143247"/>
                </a:solidFill>
                <a:latin typeface="Arial"/>
                <a:ea typeface="Arial"/>
                <a:cs typeface="Arial"/>
              </a:defRPr>
            </a:lvl7pPr>
            <a:lvl8pPr>
              <a:defRPr sz="2175" b="1">
                <a:solidFill>
                  <a:srgbClr val="143247"/>
                </a:solidFill>
                <a:latin typeface="Arial"/>
                <a:ea typeface="Arial"/>
                <a:cs typeface="Arial"/>
              </a:defRPr>
            </a:lvl8pPr>
            <a:lvl9pPr>
              <a:defRPr sz="2175" b="1">
                <a:solidFill>
                  <a:srgbClr val="143247"/>
                </a:solidFill>
                <a:latin typeface="Arial"/>
                <a:ea typeface="Arial"/>
                <a:cs typeface="Arial"/>
              </a:defRPr>
            </a:lvl9pPr>
          </a:lstStyle>
          <a:p xmlns:a="http://schemas.openxmlformats.org/drawingml/2006/main">
            <a:pPr>
              <a:defRPr sz="2175" b="1">
                <a:solidFill>
                  <a:srgbClr val="143247"/>
                </a:solidFill>
                <a:latin typeface="Arial"/>
                <a:ea typeface="Arial"/>
                <a:cs typeface="Arial"/>
              </a:defRPr>
            </a:pPr>
            <a:r>
              <a:rPr sz="2175" b="1">
                <a:solidFill>
                  <a:srgbClr val="143247"/>
                </a:solidFill>
                <a:latin typeface="Arial"/>
                <a:ea typeface="Arial"/>
                <a:cs typeface="Arial"/>
              </a:rPr>
              <a:t>JavaFX views</a:t>
            </a:r>
          </a:p>
        </p:txBody>
      </p:sp>
      <p:sp>
        <p:nvSpPr>
          <p:cNvPr id="6" name="">
            <a:extLst xmlns:a="http://schemas.openxmlformats.org/drawingml/2006/main">
              <a:ext uri="{FF2B5EF4-FFF2-40B4-BE49-F238E27FC236}">
                <a16:creationId xmlns:a16="http://schemas.microsoft.com/office/drawing/2014/main" id="{89472E5B-4349-4D98-AAD4-C7612FE07F2C}"/>
              </a:ext>
            </a:extLst>
          </p:cNvPr>
          <p:cNvSpPr>
            <a:spLocks xmlns:a="http://schemas.openxmlformats.org/drawingml/2006/main" noGrp="1"/>
          </p:cNvSpPr>
          <p:nvPr/>
        </p:nvSpPr>
        <p:spPr>
          <a:xfrm xmlns:a="http://schemas.openxmlformats.org/drawingml/2006/main">
            <a:off x="762000" y="32385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978"/>
                </a:solidFill>
                <a:latin typeface="Arial"/>
                <a:ea typeface="Arial"/>
                <a:cs typeface="Arial"/>
              </a:defRPr>
            </a:defPPr>
            <a:lvl1pPr>
              <a:defRPr sz="1650" b="0">
                <a:solidFill>
                  <a:srgbClr val="526978"/>
                </a:solidFill>
                <a:latin typeface="Arial"/>
                <a:ea typeface="Arial"/>
                <a:cs typeface="Arial"/>
              </a:defRPr>
            </a:lvl1pPr>
            <a:lvl2pPr>
              <a:defRPr sz="1650" b="0">
                <a:solidFill>
                  <a:srgbClr val="526978"/>
                </a:solidFill>
                <a:latin typeface="Arial"/>
                <a:ea typeface="Arial"/>
                <a:cs typeface="Arial"/>
              </a:defRPr>
            </a:lvl2pPr>
            <a:lvl3pPr>
              <a:defRPr sz="1650" b="0">
                <a:solidFill>
                  <a:srgbClr val="526978"/>
                </a:solidFill>
                <a:latin typeface="Arial"/>
                <a:ea typeface="Arial"/>
                <a:cs typeface="Arial"/>
              </a:defRPr>
            </a:lvl3pPr>
            <a:lvl4pPr>
              <a:defRPr sz="1650" b="0">
                <a:solidFill>
                  <a:srgbClr val="526978"/>
                </a:solidFill>
                <a:latin typeface="Arial"/>
                <a:ea typeface="Arial"/>
                <a:cs typeface="Arial"/>
              </a:defRPr>
            </a:lvl4pPr>
            <a:lvl5pPr>
              <a:defRPr sz="1650" b="0">
                <a:solidFill>
                  <a:srgbClr val="526978"/>
                </a:solidFill>
                <a:latin typeface="Arial"/>
                <a:ea typeface="Arial"/>
                <a:cs typeface="Arial"/>
              </a:defRPr>
            </a:lvl5pPr>
            <a:lvl6pPr>
              <a:defRPr sz="1650" b="0">
                <a:solidFill>
                  <a:srgbClr val="526978"/>
                </a:solidFill>
                <a:latin typeface="Arial"/>
                <a:ea typeface="Arial"/>
                <a:cs typeface="Arial"/>
              </a:defRPr>
            </a:lvl6pPr>
            <a:lvl7pPr>
              <a:defRPr sz="1650" b="0">
                <a:solidFill>
                  <a:srgbClr val="526978"/>
                </a:solidFill>
                <a:latin typeface="Arial"/>
                <a:ea typeface="Arial"/>
                <a:cs typeface="Arial"/>
              </a:defRPr>
            </a:lvl7pPr>
            <a:lvl8pPr>
              <a:defRPr sz="1650" b="0">
                <a:solidFill>
                  <a:srgbClr val="526978"/>
                </a:solidFill>
                <a:latin typeface="Arial"/>
                <a:ea typeface="Arial"/>
                <a:cs typeface="Arial"/>
              </a:defRPr>
            </a:lvl8pPr>
            <a:lvl9pPr>
              <a:defRPr sz="1650" b="0">
                <a:solidFill>
                  <a:srgbClr val="526978"/>
                </a:solidFill>
                <a:latin typeface="Arial"/>
                <a:ea typeface="Arial"/>
                <a:cs typeface="Arial"/>
              </a:defRPr>
            </a:lvl9pPr>
          </a:lstStyle>
          <a:p xmlns:a="http://schemas.openxmlformats.org/drawingml/2006/main">
            <a:pPr>
              <a:defRPr sz="1650" b="0">
                <a:solidFill>
                  <a:srgbClr val="526978"/>
                </a:solidFill>
                <a:latin typeface="Arial"/>
                <a:ea typeface="Arial"/>
                <a:cs typeface="Arial"/>
              </a:defRPr>
            </a:pPr>
            <a:r>
              <a:rPr sz="1650" b="0">
                <a:solidFill>
                  <a:srgbClr val="526978"/>
                </a:solidFill>
                <a:latin typeface="Arial"/>
                <a:ea typeface="Arial"/>
                <a:cs typeface="Arial"/>
              </a:rPr>
              <a:t>Input and display</a:t>
            </a:r>
          </a:p>
        </p:txBody>
      </p:sp>
      <p:sp>
        <p:nvSpPr>
          <p:cNvPr id="7" name="">
            <a:extLst xmlns:a="http://schemas.openxmlformats.org/drawingml/2006/main">
              <a:ext uri="{FF2B5EF4-FFF2-40B4-BE49-F238E27FC236}">
                <a16:creationId xmlns:a16="http://schemas.microsoft.com/office/drawing/2014/main" id="{5B970508-5188-4331-B153-B86AA8BADEEA}"/>
              </a:ext>
            </a:extLst>
          </p:cNvPr>
          <p:cNvSpPr>
            <a:spLocks xmlns:a="http://schemas.openxmlformats.org/drawingml/2006/main" noGrp="1"/>
          </p:cNvSpPr>
          <p:nvPr/>
        </p:nvSpPr>
        <p:spPr>
          <a:xfrm xmlns:a="http://schemas.openxmlformats.org/drawingml/2006/main">
            <a:off x="3048000" y="2886075"/>
            <a:ext cx="361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87F8C"/>
                </a:solidFill>
                <a:latin typeface="Arial"/>
                <a:ea typeface="Arial"/>
                <a:cs typeface="Arial"/>
              </a:defRPr>
            </a:defPPr>
            <a:lvl1pPr>
              <a:defRPr sz="2550" b="1">
                <a:solidFill>
                  <a:srgbClr val="087F8C"/>
                </a:solidFill>
                <a:latin typeface="Arial"/>
                <a:ea typeface="Arial"/>
                <a:cs typeface="Arial"/>
              </a:defRPr>
            </a:lvl1pPr>
            <a:lvl2pPr>
              <a:defRPr sz="2550" b="1">
                <a:solidFill>
                  <a:srgbClr val="087F8C"/>
                </a:solidFill>
                <a:latin typeface="Arial"/>
                <a:ea typeface="Arial"/>
                <a:cs typeface="Arial"/>
              </a:defRPr>
            </a:lvl2pPr>
            <a:lvl3pPr>
              <a:defRPr sz="2550" b="1">
                <a:solidFill>
                  <a:srgbClr val="087F8C"/>
                </a:solidFill>
                <a:latin typeface="Arial"/>
                <a:ea typeface="Arial"/>
                <a:cs typeface="Arial"/>
              </a:defRPr>
            </a:lvl3pPr>
            <a:lvl4pPr>
              <a:defRPr sz="2550" b="1">
                <a:solidFill>
                  <a:srgbClr val="087F8C"/>
                </a:solidFill>
                <a:latin typeface="Arial"/>
                <a:ea typeface="Arial"/>
                <a:cs typeface="Arial"/>
              </a:defRPr>
            </a:lvl4pPr>
            <a:lvl5pPr>
              <a:defRPr sz="2550" b="1">
                <a:solidFill>
                  <a:srgbClr val="087F8C"/>
                </a:solidFill>
                <a:latin typeface="Arial"/>
                <a:ea typeface="Arial"/>
                <a:cs typeface="Arial"/>
              </a:defRPr>
            </a:lvl5pPr>
            <a:lvl6pPr>
              <a:defRPr sz="2550" b="1">
                <a:solidFill>
                  <a:srgbClr val="087F8C"/>
                </a:solidFill>
                <a:latin typeface="Arial"/>
                <a:ea typeface="Arial"/>
                <a:cs typeface="Arial"/>
              </a:defRPr>
            </a:lvl6pPr>
            <a:lvl7pPr>
              <a:defRPr sz="2550" b="1">
                <a:solidFill>
                  <a:srgbClr val="087F8C"/>
                </a:solidFill>
                <a:latin typeface="Arial"/>
                <a:ea typeface="Arial"/>
                <a:cs typeface="Arial"/>
              </a:defRPr>
            </a:lvl7pPr>
            <a:lvl8pPr>
              <a:defRPr sz="2550" b="1">
                <a:solidFill>
                  <a:srgbClr val="087F8C"/>
                </a:solidFill>
                <a:latin typeface="Arial"/>
                <a:ea typeface="Arial"/>
                <a:cs typeface="Arial"/>
              </a:defRPr>
            </a:lvl8pPr>
            <a:lvl9pPr>
              <a:defRPr sz="2550" b="1">
                <a:solidFill>
                  <a:srgbClr val="087F8C"/>
                </a:solidFill>
                <a:latin typeface="Arial"/>
                <a:ea typeface="Arial"/>
                <a:cs typeface="Arial"/>
              </a:defRPr>
            </a:lvl9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96019D76-713B-447D-AAFD-3360E84E8DF5}"/>
              </a:ext>
            </a:extLst>
          </p:cNvPr>
          <p:cNvSpPr>
            <a:spLocks xmlns:a="http://schemas.openxmlformats.org/drawingml/2006/main" noGrp="1"/>
          </p:cNvSpPr>
          <p:nvPr/>
        </p:nvSpPr>
        <p:spPr>
          <a:xfrm xmlns:a="http://schemas.openxmlformats.org/drawingml/2006/main">
            <a:off x="3429000" y="2390775"/>
            <a:ext cx="2381250" cy="1419225"/>
          </a:xfrm>
          <a:prstGeom xmlns:a="http://schemas.openxmlformats.org/drawingml/2006/main" prst="rect">
            <a:avLst/>
          </a:prstGeom>
          <a:solidFill xmlns:a="http://schemas.openxmlformats.org/drawingml/2006/main">
            <a:srgbClr val="EAF3F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880FDBD-045A-485B-B22A-53B6C1D6081C}"/>
              </a:ext>
            </a:extLst>
          </p:cNvPr>
          <p:cNvSpPr>
            <a:spLocks xmlns:a="http://schemas.openxmlformats.org/drawingml/2006/main" noGrp="1"/>
          </p:cNvSpPr>
          <p:nvPr/>
        </p:nvSpPr>
        <p:spPr>
          <a:xfrm xmlns:a="http://schemas.openxmlformats.org/drawingml/2006/main">
            <a:off x="3581400" y="26384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43247"/>
                </a:solidFill>
                <a:latin typeface="Arial"/>
                <a:ea typeface="Arial"/>
                <a:cs typeface="Arial"/>
              </a:defRPr>
            </a:defPPr>
            <a:lvl1pPr>
              <a:defRPr sz="2175" b="1">
                <a:solidFill>
                  <a:srgbClr val="143247"/>
                </a:solidFill>
                <a:latin typeface="Arial"/>
                <a:ea typeface="Arial"/>
                <a:cs typeface="Arial"/>
              </a:defRPr>
            </a:lvl1pPr>
            <a:lvl2pPr>
              <a:defRPr sz="2175" b="1">
                <a:solidFill>
                  <a:srgbClr val="143247"/>
                </a:solidFill>
                <a:latin typeface="Arial"/>
                <a:ea typeface="Arial"/>
                <a:cs typeface="Arial"/>
              </a:defRPr>
            </a:lvl2pPr>
            <a:lvl3pPr>
              <a:defRPr sz="2175" b="1">
                <a:solidFill>
                  <a:srgbClr val="143247"/>
                </a:solidFill>
                <a:latin typeface="Arial"/>
                <a:ea typeface="Arial"/>
                <a:cs typeface="Arial"/>
              </a:defRPr>
            </a:lvl3pPr>
            <a:lvl4pPr>
              <a:defRPr sz="2175" b="1">
                <a:solidFill>
                  <a:srgbClr val="143247"/>
                </a:solidFill>
                <a:latin typeface="Arial"/>
                <a:ea typeface="Arial"/>
                <a:cs typeface="Arial"/>
              </a:defRPr>
            </a:lvl4pPr>
            <a:lvl5pPr>
              <a:defRPr sz="2175" b="1">
                <a:solidFill>
                  <a:srgbClr val="143247"/>
                </a:solidFill>
                <a:latin typeface="Arial"/>
                <a:ea typeface="Arial"/>
                <a:cs typeface="Arial"/>
              </a:defRPr>
            </a:lvl5pPr>
            <a:lvl6pPr>
              <a:defRPr sz="2175" b="1">
                <a:solidFill>
                  <a:srgbClr val="143247"/>
                </a:solidFill>
                <a:latin typeface="Arial"/>
                <a:ea typeface="Arial"/>
                <a:cs typeface="Arial"/>
              </a:defRPr>
            </a:lvl6pPr>
            <a:lvl7pPr>
              <a:defRPr sz="2175" b="1">
                <a:solidFill>
                  <a:srgbClr val="143247"/>
                </a:solidFill>
                <a:latin typeface="Arial"/>
                <a:ea typeface="Arial"/>
                <a:cs typeface="Arial"/>
              </a:defRPr>
            </a:lvl7pPr>
            <a:lvl8pPr>
              <a:defRPr sz="2175" b="1">
                <a:solidFill>
                  <a:srgbClr val="143247"/>
                </a:solidFill>
                <a:latin typeface="Arial"/>
                <a:ea typeface="Arial"/>
                <a:cs typeface="Arial"/>
              </a:defRPr>
            </a:lvl8pPr>
            <a:lvl9pPr>
              <a:defRPr sz="2175" b="1">
                <a:solidFill>
                  <a:srgbClr val="143247"/>
                </a:solidFill>
                <a:latin typeface="Arial"/>
                <a:ea typeface="Arial"/>
                <a:cs typeface="Arial"/>
              </a:defRPr>
            </a:lvl9pPr>
          </a:lstStyle>
          <a:p xmlns:a="http://schemas.openxmlformats.org/drawingml/2006/main">
            <a:pPr>
              <a:defRPr sz="2175" b="1">
                <a:solidFill>
                  <a:srgbClr val="143247"/>
                </a:solidFill>
                <a:latin typeface="Arial"/>
                <a:ea typeface="Arial"/>
                <a:cs typeface="Arial"/>
              </a:defRPr>
            </a:pPr>
            <a:r>
              <a:rPr sz="2175" b="1">
                <a:solidFill>
                  <a:srgbClr val="143247"/>
                </a:solidFill>
                <a:latin typeface="Arial"/>
                <a:ea typeface="Arial"/>
                <a:cs typeface="Arial"/>
              </a:rPr>
              <a:t>Services</a:t>
            </a:r>
          </a:p>
        </p:txBody>
      </p:sp>
      <p:sp>
        <p:nvSpPr>
          <p:cNvPr id="10" name="">
            <a:extLst xmlns:a="http://schemas.openxmlformats.org/drawingml/2006/main">
              <a:ext uri="{FF2B5EF4-FFF2-40B4-BE49-F238E27FC236}">
                <a16:creationId xmlns:a16="http://schemas.microsoft.com/office/drawing/2014/main" id="{09F8AC6B-CE02-480B-B3C5-40C3DF0C5F0C}"/>
              </a:ext>
            </a:extLst>
          </p:cNvPr>
          <p:cNvSpPr>
            <a:spLocks xmlns:a="http://schemas.openxmlformats.org/drawingml/2006/main" noGrp="1"/>
          </p:cNvSpPr>
          <p:nvPr/>
        </p:nvSpPr>
        <p:spPr>
          <a:xfrm xmlns:a="http://schemas.openxmlformats.org/drawingml/2006/main">
            <a:off x="3581400" y="32385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978"/>
                </a:solidFill>
                <a:latin typeface="Arial"/>
                <a:ea typeface="Arial"/>
                <a:cs typeface="Arial"/>
              </a:defRPr>
            </a:defPPr>
            <a:lvl1pPr>
              <a:defRPr sz="1650" b="0">
                <a:solidFill>
                  <a:srgbClr val="526978"/>
                </a:solidFill>
                <a:latin typeface="Arial"/>
                <a:ea typeface="Arial"/>
                <a:cs typeface="Arial"/>
              </a:defRPr>
            </a:lvl1pPr>
            <a:lvl2pPr>
              <a:defRPr sz="1650" b="0">
                <a:solidFill>
                  <a:srgbClr val="526978"/>
                </a:solidFill>
                <a:latin typeface="Arial"/>
                <a:ea typeface="Arial"/>
                <a:cs typeface="Arial"/>
              </a:defRPr>
            </a:lvl2pPr>
            <a:lvl3pPr>
              <a:defRPr sz="1650" b="0">
                <a:solidFill>
                  <a:srgbClr val="526978"/>
                </a:solidFill>
                <a:latin typeface="Arial"/>
                <a:ea typeface="Arial"/>
                <a:cs typeface="Arial"/>
              </a:defRPr>
            </a:lvl3pPr>
            <a:lvl4pPr>
              <a:defRPr sz="1650" b="0">
                <a:solidFill>
                  <a:srgbClr val="526978"/>
                </a:solidFill>
                <a:latin typeface="Arial"/>
                <a:ea typeface="Arial"/>
                <a:cs typeface="Arial"/>
              </a:defRPr>
            </a:lvl4pPr>
            <a:lvl5pPr>
              <a:defRPr sz="1650" b="0">
                <a:solidFill>
                  <a:srgbClr val="526978"/>
                </a:solidFill>
                <a:latin typeface="Arial"/>
                <a:ea typeface="Arial"/>
                <a:cs typeface="Arial"/>
              </a:defRPr>
            </a:lvl5pPr>
            <a:lvl6pPr>
              <a:defRPr sz="1650" b="0">
                <a:solidFill>
                  <a:srgbClr val="526978"/>
                </a:solidFill>
                <a:latin typeface="Arial"/>
                <a:ea typeface="Arial"/>
                <a:cs typeface="Arial"/>
              </a:defRPr>
            </a:lvl6pPr>
            <a:lvl7pPr>
              <a:defRPr sz="1650" b="0">
                <a:solidFill>
                  <a:srgbClr val="526978"/>
                </a:solidFill>
                <a:latin typeface="Arial"/>
                <a:ea typeface="Arial"/>
                <a:cs typeface="Arial"/>
              </a:defRPr>
            </a:lvl7pPr>
            <a:lvl8pPr>
              <a:defRPr sz="1650" b="0">
                <a:solidFill>
                  <a:srgbClr val="526978"/>
                </a:solidFill>
                <a:latin typeface="Arial"/>
                <a:ea typeface="Arial"/>
                <a:cs typeface="Arial"/>
              </a:defRPr>
            </a:lvl8pPr>
            <a:lvl9pPr>
              <a:defRPr sz="1650" b="0">
                <a:solidFill>
                  <a:srgbClr val="526978"/>
                </a:solidFill>
                <a:latin typeface="Arial"/>
                <a:ea typeface="Arial"/>
                <a:cs typeface="Arial"/>
              </a:defRPr>
            </a:lvl9pPr>
          </a:lstStyle>
          <a:p xmlns:a="http://schemas.openxmlformats.org/drawingml/2006/main">
            <a:pPr>
              <a:defRPr sz="1650" b="0">
                <a:solidFill>
                  <a:srgbClr val="526978"/>
                </a:solidFill>
                <a:latin typeface="Arial"/>
                <a:ea typeface="Arial"/>
                <a:cs typeface="Arial"/>
              </a:defRPr>
            </a:pPr>
            <a:r>
              <a:rPr sz="1650" b="0">
                <a:solidFill>
                  <a:srgbClr val="526978"/>
                </a:solidFill>
                <a:latin typeface="Arial"/>
                <a:ea typeface="Arial"/>
                <a:cs typeface="Arial"/>
              </a:rPr>
              <a:t>Rules and permissions</a:t>
            </a:r>
          </a:p>
        </p:txBody>
      </p:sp>
      <p:sp>
        <p:nvSpPr>
          <p:cNvPr id="11" name="">
            <a:extLst xmlns:a="http://schemas.openxmlformats.org/drawingml/2006/main">
              <a:ext uri="{FF2B5EF4-FFF2-40B4-BE49-F238E27FC236}">
                <a16:creationId xmlns:a16="http://schemas.microsoft.com/office/drawing/2014/main" id="{95DFDF1B-7195-45FD-B74E-82CD53BA495A}"/>
              </a:ext>
            </a:extLst>
          </p:cNvPr>
          <p:cNvSpPr>
            <a:spLocks xmlns:a="http://schemas.openxmlformats.org/drawingml/2006/main" noGrp="1"/>
          </p:cNvSpPr>
          <p:nvPr/>
        </p:nvSpPr>
        <p:spPr>
          <a:xfrm xmlns:a="http://schemas.openxmlformats.org/drawingml/2006/main">
            <a:off x="5867400" y="2886075"/>
            <a:ext cx="361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87F8C"/>
                </a:solidFill>
                <a:latin typeface="Arial"/>
                <a:ea typeface="Arial"/>
                <a:cs typeface="Arial"/>
              </a:defRPr>
            </a:defPPr>
            <a:lvl1pPr>
              <a:defRPr sz="2550" b="1">
                <a:solidFill>
                  <a:srgbClr val="087F8C"/>
                </a:solidFill>
                <a:latin typeface="Arial"/>
                <a:ea typeface="Arial"/>
                <a:cs typeface="Arial"/>
              </a:defRPr>
            </a:lvl1pPr>
            <a:lvl2pPr>
              <a:defRPr sz="2550" b="1">
                <a:solidFill>
                  <a:srgbClr val="087F8C"/>
                </a:solidFill>
                <a:latin typeface="Arial"/>
                <a:ea typeface="Arial"/>
                <a:cs typeface="Arial"/>
              </a:defRPr>
            </a:lvl2pPr>
            <a:lvl3pPr>
              <a:defRPr sz="2550" b="1">
                <a:solidFill>
                  <a:srgbClr val="087F8C"/>
                </a:solidFill>
                <a:latin typeface="Arial"/>
                <a:ea typeface="Arial"/>
                <a:cs typeface="Arial"/>
              </a:defRPr>
            </a:lvl3pPr>
            <a:lvl4pPr>
              <a:defRPr sz="2550" b="1">
                <a:solidFill>
                  <a:srgbClr val="087F8C"/>
                </a:solidFill>
                <a:latin typeface="Arial"/>
                <a:ea typeface="Arial"/>
                <a:cs typeface="Arial"/>
              </a:defRPr>
            </a:lvl4pPr>
            <a:lvl5pPr>
              <a:defRPr sz="2550" b="1">
                <a:solidFill>
                  <a:srgbClr val="087F8C"/>
                </a:solidFill>
                <a:latin typeface="Arial"/>
                <a:ea typeface="Arial"/>
                <a:cs typeface="Arial"/>
              </a:defRPr>
            </a:lvl5pPr>
            <a:lvl6pPr>
              <a:defRPr sz="2550" b="1">
                <a:solidFill>
                  <a:srgbClr val="087F8C"/>
                </a:solidFill>
                <a:latin typeface="Arial"/>
                <a:ea typeface="Arial"/>
                <a:cs typeface="Arial"/>
              </a:defRPr>
            </a:lvl6pPr>
            <a:lvl7pPr>
              <a:defRPr sz="2550" b="1">
                <a:solidFill>
                  <a:srgbClr val="087F8C"/>
                </a:solidFill>
                <a:latin typeface="Arial"/>
                <a:ea typeface="Arial"/>
                <a:cs typeface="Arial"/>
              </a:defRPr>
            </a:lvl7pPr>
            <a:lvl8pPr>
              <a:defRPr sz="2550" b="1">
                <a:solidFill>
                  <a:srgbClr val="087F8C"/>
                </a:solidFill>
                <a:latin typeface="Arial"/>
                <a:ea typeface="Arial"/>
                <a:cs typeface="Arial"/>
              </a:defRPr>
            </a:lvl8pPr>
            <a:lvl9pPr>
              <a:defRPr sz="2550" b="1">
                <a:solidFill>
                  <a:srgbClr val="087F8C"/>
                </a:solidFill>
                <a:latin typeface="Arial"/>
                <a:ea typeface="Arial"/>
                <a:cs typeface="Arial"/>
              </a:defRPr>
            </a:lvl9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9C22B7ED-E4A5-4022-94F0-06596F835694}"/>
              </a:ext>
            </a:extLst>
          </p:cNvPr>
          <p:cNvSpPr>
            <a:spLocks xmlns:a="http://schemas.openxmlformats.org/drawingml/2006/main" noGrp="1"/>
          </p:cNvSpPr>
          <p:nvPr/>
        </p:nvSpPr>
        <p:spPr>
          <a:xfrm xmlns:a="http://schemas.openxmlformats.org/drawingml/2006/main">
            <a:off x="6248400" y="2390775"/>
            <a:ext cx="2381250" cy="1419225"/>
          </a:xfrm>
          <a:prstGeom xmlns:a="http://schemas.openxmlformats.org/drawingml/2006/main" prst="rect">
            <a:avLst/>
          </a:prstGeom>
          <a:solidFill xmlns:a="http://schemas.openxmlformats.org/drawingml/2006/main">
            <a:srgbClr val="EAF3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A9825AD-EBCA-4A55-B171-76AF41C53606}"/>
              </a:ext>
            </a:extLst>
          </p:cNvPr>
          <p:cNvSpPr>
            <a:spLocks xmlns:a="http://schemas.openxmlformats.org/drawingml/2006/main" noGrp="1"/>
          </p:cNvSpPr>
          <p:nvPr/>
        </p:nvSpPr>
        <p:spPr>
          <a:xfrm xmlns:a="http://schemas.openxmlformats.org/drawingml/2006/main">
            <a:off x="6400800" y="26384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43247"/>
                </a:solidFill>
                <a:latin typeface="Arial"/>
                <a:ea typeface="Arial"/>
                <a:cs typeface="Arial"/>
              </a:defRPr>
            </a:defPPr>
            <a:lvl1pPr>
              <a:defRPr sz="2175" b="1">
                <a:solidFill>
                  <a:srgbClr val="143247"/>
                </a:solidFill>
                <a:latin typeface="Arial"/>
                <a:ea typeface="Arial"/>
                <a:cs typeface="Arial"/>
              </a:defRPr>
            </a:lvl1pPr>
            <a:lvl2pPr>
              <a:defRPr sz="2175" b="1">
                <a:solidFill>
                  <a:srgbClr val="143247"/>
                </a:solidFill>
                <a:latin typeface="Arial"/>
                <a:ea typeface="Arial"/>
                <a:cs typeface="Arial"/>
              </a:defRPr>
            </a:lvl2pPr>
            <a:lvl3pPr>
              <a:defRPr sz="2175" b="1">
                <a:solidFill>
                  <a:srgbClr val="143247"/>
                </a:solidFill>
                <a:latin typeface="Arial"/>
                <a:ea typeface="Arial"/>
                <a:cs typeface="Arial"/>
              </a:defRPr>
            </a:lvl3pPr>
            <a:lvl4pPr>
              <a:defRPr sz="2175" b="1">
                <a:solidFill>
                  <a:srgbClr val="143247"/>
                </a:solidFill>
                <a:latin typeface="Arial"/>
                <a:ea typeface="Arial"/>
                <a:cs typeface="Arial"/>
              </a:defRPr>
            </a:lvl4pPr>
            <a:lvl5pPr>
              <a:defRPr sz="2175" b="1">
                <a:solidFill>
                  <a:srgbClr val="143247"/>
                </a:solidFill>
                <a:latin typeface="Arial"/>
                <a:ea typeface="Arial"/>
                <a:cs typeface="Arial"/>
              </a:defRPr>
            </a:lvl5pPr>
            <a:lvl6pPr>
              <a:defRPr sz="2175" b="1">
                <a:solidFill>
                  <a:srgbClr val="143247"/>
                </a:solidFill>
                <a:latin typeface="Arial"/>
                <a:ea typeface="Arial"/>
                <a:cs typeface="Arial"/>
              </a:defRPr>
            </a:lvl6pPr>
            <a:lvl7pPr>
              <a:defRPr sz="2175" b="1">
                <a:solidFill>
                  <a:srgbClr val="143247"/>
                </a:solidFill>
                <a:latin typeface="Arial"/>
                <a:ea typeface="Arial"/>
                <a:cs typeface="Arial"/>
              </a:defRPr>
            </a:lvl7pPr>
            <a:lvl8pPr>
              <a:defRPr sz="2175" b="1">
                <a:solidFill>
                  <a:srgbClr val="143247"/>
                </a:solidFill>
                <a:latin typeface="Arial"/>
                <a:ea typeface="Arial"/>
                <a:cs typeface="Arial"/>
              </a:defRPr>
            </a:lvl8pPr>
            <a:lvl9pPr>
              <a:defRPr sz="2175" b="1">
                <a:solidFill>
                  <a:srgbClr val="143247"/>
                </a:solidFill>
                <a:latin typeface="Arial"/>
                <a:ea typeface="Arial"/>
                <a:cs typeface="Arial"/>
              </a:defRPr>
            </a:lvl9pPr>
          </a:lstStyle>
          <a:p xmlns:a="http://schemas.openxmlformats.org/drawingml/2006/main">
            <a:pPr>
              <a:defRPr sz="2175" b="1">
                <a:solidFill>
                  <a:srgbClr val="143247"/>
                </a:solidFill>
                <a:latin typeface="Arial"/>
                <a:ea typeface="Arial"/>
                <a:cs typeface="Arial"/>
              </a:defRPr>
            </a:pPr>
            <a:r>
              <a:rPr sz="2175" b="1">
                <a:solidFill>
                  <a:srgbClr val="143247"/>
                </a:solidFill>
                <a:latin typeface="Arial"/>
                <a:ea typeface="Arial"/>
                <a:cs typeface="Arial"/>
              </a:rPr>
              <a:t>Repositories</a:t>
            </a:r>
          </a:p>
        </p:txBody>
      </p:sp>
      <p:sp>
        <p:nvSpPr>
          <p:cNvPr id="14" name="">
            <a:extLst xmlns:a="http://schemas.openxmlformats.org/drawingml/2006/main">
              <a:ext uri="{FF2B5EF4-FFF2-40B4-BE49-F238E27FC236}">
                <a16:creationId xmlns:a16="http://schemas.microsoft.com/office/drawing/2014/main" id="{A5CE1272-08BE-4125-86D8-E883AD17AF11}"/>
              </a:ext>
            </a:extLst>
          </p:cNvPr>
          <p:cNvSpPr>
            <a:spLocks xmlns:a="http://schemas.openxmlformats.org/drawingml/2006/main" noGrp="1"/>
          </p:cNvSpPr>
          <p:nvPr/>
        </p:nvSpPr>
        <p:spPr>
          <a:xfrm xmlns:a="http://schemas.openxmlformats.org/drawingml/2006/main">
            <a:off x="6400800" y="32385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978"/>
                </a:solidFill>
                <a:latin typeface="Arial"/>
                <a:ea typeface="Arial"/>
                <a:cs typeface="Arial"/>
              </a:defRPr>
            </a:defPPr>
            <a:lvl1pPr>
              <a:defRPr sz="1650" b="0">
                <a:solidFill>
                  <a:srgbClr val="526978"/>
                </a:solidFill>
                <a:latin typeface="Arial"/>
                <a:ea typeface="Arial"/>
                <a:cs typeface="Arial"/>
              </a:defRPr>
            </a:lvl1pPr>
            <a:lvl2pPr>
              <a:defRPr sz="1650" b="0">
                <a:solidFill>
                  <a:srgbClr val="526978"/>
                </a:solidFill>
                <a:latin typeface="Arial"/>
                <a:ea typeface="Arial"/>
                <a:cs typeface="Arial"/>
              </a:defRPr>
            </a:lvl2pPr>
            <a:lvl3pPr>
              <a:defRPr sz="1650" b="0">
                <a:solidFill>
                  <a:srgbClr val="526978"/>
                </a:solidFill>
                <a:latin typeface="Arial"/>
                <a:ea typeface="Arial"/>
                <a:cs typeface="Arial"/>
              </a:defRPr>
            </a:lvl3pPr>
            <a:lvl4pPr>
              <a:defRPr sz="1650" b="0">
                <a:solidFill>
                  <a:srgbClr val="526978"/>
                </a:solidFill>
                <a:latin typeface="Arial"/>
                <a:ea typeface="Arial"/>
                <a:cs typeface="Arial"/>
              </a:defRPr>
            </a:lvl4pPr>
            <a:lvl5pPr>
              <a:defRPr sz="1650" b="0">
                <a:solidFill>
                  <a:srgbClr val="526978"/>
                </a:solidFill>
                <a:latin typeface="Arial"/>
                <a:ea typeface="Arial"/>
                <a:cs typeface="Arial"/>
              </a:defRPr>
            </a:lvl5pPr>
            <a:lvl6pPr>
              <a:defRPr sz="1650" b="0">
                <a:solidFill>
                  <a:srgbClr val="526978"/>
                </a:solidFill>
                <a:latin typeface="Arial"/>
                <a:ea typeface="Arial"/>
                <a:cs typeface="Arial"/>
              </a:defRPr>
            </a:lvl6pPr>
            <a:lvl7pPr>
              <a:defRPr sz="1650" b="0">
                <a:solidFill>
                  <a:srgbClr val="526978"/>
                </a:solidFill>
                <a:latin typeface="Arial"/>
                <a:ea typeface="Arial"/>
                <a:cs typeface="Arial"/>
              </a:defRPr>
            </a:lvl7pPr>
            <a:lvl8pPr>
              <a:defRPr sz="1650" b="0">
                <a:solidFill>
                  <a:srgbClr val="526978"/>
                </a:solidFill>
                <a:latin typeface="Arial"/>
                <a:ea typeface="Arial"/>
                <a:cs typeface="Arial"/>
              </a:defRPr>
            </a:lvl8pPr>
            <a:lvl9pPr>
              <a:defRPr sz="1650" b="0">
                <a:solidFill>
                  <a:srgbClr val="526978"/>
                </a:solidFill>
                <a:latin typeface="Arial"/>
                <a:ea typeface="Arial"/>
                <a:cs typeface="Arial"/>
              </a:defRPr>
            </a:lvl9pPr>
          </a:lstStyle>
          <a:p xmlns:a="http://schemas.openxmlformats.org/drawingml/2006/main">
            <a:pPr>
              <a:defRPr sz="1650" b="0">
                <a:solidFill>
                  <a:srgbClr val="526978"/>
                </a:solidFill>
                <a:latin typeface="Arial"/>
                <a:ea typeface="Arial"/>
                <a:cs typeface="Arial"/>
              </a:defRPr>
            </a:pPr>
            <a:r>
              <a:rPr sz="1650" b="0">
                <a:solidFill>
                  <a:srgbClr val="526978"/>
                </a:solidFill>
                <a:latin typeface="Arial"/>
                <a:ea typeface="Arial"/>
                <a:cs typeface="Arial"/>
              </a:rPr>
              <a:t>SQL through JDBC</a:t>
            </a:r>
          </a:p>
        </p:txBody>
      </p:sp>
      <p:sp>
        <p:nvSpPr>
          <p:cNvPr id="15" name="">
            <a:extLst xmlns:a="http://schemas.openxmlformats.org/drawingml/2006/main">
              <a:ext uri="{FF2B5EF4-FFF2-40B4-BE49-F238E27FC236}">
                <a16:creationId xmlns:a16="http://schemas.microsoft.com/office/drawing/2014/main" id="{30A1489D-FB8D-4ADD-8947-6B29A91B2F68}"/>
              </a:ext>
            </a:extLst>
          </p:cNvPr>
          <p:cNvSpPr>
            <a:spLocks xmlns:a="http://schemas.openxmlformats.org/drawingml/2006/main" noGrp="1"/>
          </p:cNvSpPr>
          <p:nvPr/>
        </p:nvSpPr>
        <p:spPr>
          <a:xfrm xmlns:a="http://schemas.openxmlformats.org/drawingml/2006/main">
            <a:off x="8686800" y="2886075"/>
            <a:ext cx="361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87F8C"/>
                </a:solidFill>
                <a:latin typeface="Arial"/>
                <a:ea typeface="Arial"/>
                <a:cs typeface="Arial"/>
              </a:defRPr>
            </a:defPPr>
            <a:lvl1pPr>
              <a:defRPr sz="2550" b="1">
                <a:solidFill>
                  <a:srgbClr val="087F8C"/>
                </a:solidFill>
                <a:latin typeface="Arial"/>
                <a:ea typeface="Arial"/>
                <a:cs typeface="Arial"/>
              </a:defRPr>
            </a:lvl1pPr>
            <a:lvl2pPr>
              <a:defRPr sz="2550" b="1">
                <a:solidFill>
                  <a:srgbClr val="087F8C"/>
                </a:solidFill>
                <a:latin typeface="Arial"/>
                <a:ea typeface="Arial"/>
                <a:cs typeface="Arial"/>
              </a:defRPr>
            </a:lvl2pPr>
            <a:lvl3pPr>
              <a:defRPr sz="2550" b="1">
                <a:solidFill>
                  <a:srgbClr val="087F8C"/>
                </a:solidFill>
                <a:latin typeface="Arial"/>
                <a:ea typeface="Arial"/>
                <a:cs typeface="Arial"/>
              </a:defRPr>
            </a:lvl3pPr>
            <a:lvl4pPr>
              <a:defRPr sz="2550" b="1">
                <a:solidFill>
                  <a:srgbClr val="087F8C"/>
                </a:solidFill>
                <a:latin typeface="Arial"/>
                <a:ea typeface="Arial"/>
                <a:cs typeface="Arial"/>
              </a:defRPr>
            </a:lvl4pPr>
            <a:lvl5pPr>
              <a:defRPr sz="2550" b="1">
                <a:solidFill>
                  <a:srgbClr val="087F8C"/>
                </a:solidFill>
                <a:latin typeface="Arial"/>
                <a:ea typeface="Arial"/>
                <a:cs typeface="Arial"/>
              </a:defRPr>
            </a:lvl5pPr>
            <a:lvl6pPr>
              <a:defRPr sz="2550" b="1">
                <a:solidFill>
                  <a:srgbClr val="087F8C"/>
                </a:solidFill>
                <a:latin typeface="Arial"/>
                <a:ea typeface="Arial"/>
                <a:cs typeface="Arial"/>
              </a:defRPr>
            </a:lvl6pPr>
            <a:lvl7pPr>
              <a:defRPr sz="2550" b="1">
                <a:solidFill>
                  <a:srgbClr val="087F8C"/>
                </a:solidFill>
                <a:latin typeface="Arial"/>
                <a:ea typeface="Arial"/>
                <a:cs typeface="Arial"/>
              </a:defRPr>
            </a:lvl7pPr>
            <a:lvl8pPr>
              <a:defRPr sz="2550" b="1">
                <a:solidFill>
                  <a:srgbClr val="087F8C"/>
                </a:solidFill>
                <a:latin typeface="Arial"/>
                <a:ea typeface="Arial"/>
                <a:cs typeface="Arial"/>
              </a:defRPr>
            </a:lvl8pPr>
            <a:lvl9pPr>
              <a:defRPr sz="2550" b="1">
                <a:solidFill>
                  <a:srgbClr val="087F8C"/>
                </a:solidFill>
                <a:latin typeface="Arial"/>
                <a:ea typeface="Arial"/>
                <a:cs typeface="Arial"/>
              </a:defRPr>
            </a:lvl9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6B0AF0C8-6C76-4E99-87AD-793F5B70DF7C}"/>
              </a:ext>
            </a:extLst>
          </p:cNvPr>
          <p:cNvSpPr>
            <a:spLocks xmlns:a="http://schemas.openxmlformats.org/drawingml/2006/main" noGrp="1"/>
          </p:cNvSpPr>
          <p:nvPr/>
        </p:nvSpPr>
        <p:spPr>
          <a:xfrm xmlns:a="http://schemas.openxmlformats.org/drawingml/2006/main">
            <a:off x="9067800" y="2390775"/>
            <a:ext cx="2381250" cy="1419225"/>
          </a:xfrm>
          <a:prstGeom xmlns:a="http://schemas.openxmlformats.org/drawingml/2006/main" prst="rect">
            <a:avLst/>
          </a:prstGeom>
          <a:solidFill xmlns:a="http://schemas.openxmlformats.org/drawingml/2006/main">
            <a:srgbClr val="EAF3F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EB55CE8-8125-4AFF-BB74-307D9635046C}"/>
              </a:ext>
            </a:extLst>
          </p:cNvPr>
          <p:cNvSpPr>
            <a:spLocks xmlns:a="http://schemas.openxmlformats.org/drawingml/2006/main" noGrp="1"/>
          </p:cNvSpPr>
          <p:nvPr/>
        </p:nvSpPr>
        <p:spPr>
          <a:xfrm xmlns:a="http://schemas.openxmlformats.org/drawingml/2006/main">
            <a:off x="9220200" y="26384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43247"/>
                </a:solidFill>
                <a:latin typeface="Arial"/>
                <a:ea typeface="Arial"/>
                <a:cs typeface="Arial"/>
              </a:defRPr>
            </a:defPPr>
            <a:lvl1pPr>
              <a:defRPr sz="2175" b="1">
                <a:solidFill>
                  <a:srgbClr val="143247"/>
                </a:solidFill>
                <a:latin typeface="Arial"/>
                <a:ea typeface="Arial"/>
                <a:cs typeface="Arial"/>
              </a:defRPr>
            </a:lvl1pPr>
            <a:lvl2pPr>
              <a:defRPr sz="2175" b="1">
                <a:solidFill>
                  <a:srgbClr val="143247"/>
                </a:solidFill>
                <a:latin typeface="Arial"/>
                <a:ea typeface="Arial"/>
                <a:cs typeface="Arial"/>
              </a:defRPr>
            </a:lvl2pPr>
            <a:lvl3pPr>
              <a:defRPr sz="2175" b="1">
                <a:solidFill>
                  <a:srgbClr val="143247"/>
                </a:solidFill>
                <a:latin typeface="Arial"/>
                <a:ea typeface="Arial"/>
                <a:cs typeface="Arial"/>
              </a:defRPr>
            </a:lvl3pPr>
            <a:lvl4pPr>
              <a:defRPr sz="2175" b="1">
                <a:solidFill>
                  <a:srgbClr val="143247"/>
                </a:solidFill>
                <a:latin typeface="Arial"/>
                <a:ea typeface="Arial"/>
                <a:cs typeface="Arial"/>
              </a:defRPr>
            </a:lvl4pPr>
            <a:lvl5pPr>
              <a:defRPr sz="2175" b="1">
                <a:solidFill>
                  <a:srgbClr val="143247"/>
                </a:solidFill>
                <a:latin typeface="Arial"/>
                <a:ea typeface="Arial"/>
                <a:cs typeface="Arial"/>
              </a:defRPr>
            </a:lvl5pPr>
            <a:lvl6pPr>
              <a:defRPr sz="2175" b="1">
                <a:solidFill>
                  <a:srgbClr val="143247"/>
                </a:solidFill>
                <a:latin typeface="Arial"/>
                <a:ea typeface="Arial"/>
                <a:cs typeface="Arial"/>
              </a:defRPr>
            </a:lvl6pPr>
            <a:lvl7pPr>
              <a:defRPr sz="2175" b="1">
                <a:solidFill>
                  <a:srgbClr val="143247"/>
                </a:solidFill>
                <a:latin typeface="Arial"/>
                <a:ea typeface="Arial"/>
                <a:cs typeface="Arial"/>
              </a:defRPr>
            </a:lvl7pPr>
            <a:lvl8pPr>
              <a:defRPr sz="2175" b="1">
                <a:solidFill>
                  <a:srgbClr val="143247"/>
                </a:solidFill>
                <a:latin typeface="Arial"/>
                <a:ea typeface="Arial"/>
                <a:cs typeface="Arial"/>
              </a:defRPr>
            </a:lvl8pPr>
            <a:lvl9pPr>
              <a:defRPr sz="2175" b="1">
                <a:solidFill>
                  <a:srgbClr val="143247"/>
                </a:solidFill>
                <a:latin typeface="Arial"/>
                <a:ea typeface="Arial"/>
                <a:cs typeface="Arial"/>
              </a:defRPr>
            </a:lvl9pPr>
          </a:lstStyle>
          <a:p xmlns:a="http://schemas.openxmlformats.org/drawingml/2006/main">
            <a:pPr>
              <a:defRPr sz="2175" b="1">
                <a:solidFill>
                  <a:srgbClr val="143247"/>
                </a:solidFill>
                <a:latin typeface="Arial"/>
                <a:ea typeface="Arial"/>
                <a:cs typeface="Arial"/>
              </a:defRPr>
            </a:pPr>
            <a:r>
              <a:rPr sz="2175" b="1">
                <a:solidFill>
                  <a:srgbClr val="143247"/>
                </a:solidFill>
                <a:latin typeface="Arial"/>
                <a:ea typeface="Arial"/>
                <a:cs typeface="Arial"/>
              </a:rPr>
              <a:t>MySQL</a:t>
            </a:r>
          </a:p>
        </p:txBody>
      </p:sp>
      <p:sp>
        <p:nvSpPr>
          <p:cNvPr id="18" name="">
            <a:extLst xmlns:a="http://schemas.openxmlformats.org/drawingml/2006/main">
              <a:ext uri="{FF2B5EF4-FFF2-40B4-BE49-F238E27FC236}">
                <a16:creationId xmlns:a16="http://schemas.microsoft.com/office/drawing/2014/main" id="{259DAAAF-71C3-4011-A5C4-60C8F767838E}"/>
              </a:ext>
            </a:extLst>
          </p:cNvPr>
          <p:cNvSpPr>
            <a:spLocks xmlns:a="http://schemas.openxmlformats.org/drawingml/2006/main" noGrp="1"/>
          </p:cNvSpPr>
          <p:nvPr/>
        </p:nvSpPr>
        <p:spPr>
          <a:xfrm xmlns:a="http://schemas.openxmlformats.org/drawingml/2006/main">
            <a:off x="9220200" y="32385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26978"/>
                </a:solidFill>
                <a:latin typeface="Arial"/>
                <a:ea typeface="Arial"/>
                <a:cs typeface="Arial"/>
              </a:defRPr>
            </a:defPPr>
            <a:lvl1pPr>
              <a:defRPr sz="1650" b="0">
                <a:solidFill>
                  <a:srgbClr val="526978"/>
                </a:solidFill>
                <a:latin typeface="Arial"/>
                <a:ea typeface="Arial"/>
                <a:cs typeface="Arial"/>
              </a:defRPr>
            </a:lvl1pPr>
            <a:lvl2pPr>
              <a:defRPr sz="1650" b="0">
                <a:solidFill>
                  <a:srgbClr val="526978"/>
                </a:solidFill>
                <a:latin typeface="Arial"/>
                <a:ea typeface="Arial"/>
                <a:cs typeface="Arial"/>
              </a:defRPr>
            </a:lvl2pPr>
            <a:lvl3pPr>
              <a:defRPr sz="1650" b="0">
                <a:solidFill>
                  <a:srgbClr val="526978"/>
                </a:solidFill>
                <a:latin typeface="Arial"/>
                <a:ea typeface="Arial"/>
                <a:cs typeface="Arial"/>
              </a:defRPr>
            </a:lvl3pPr>
            <a:lvl4pPr>
              <a:defRPr sz="1650" b="0">
                <a:solidFill>
                  <a:srgbClr val="526978"/>
                </a:solidFill>
                <a:latin typeface="Arial"/>
                <a:ea typeface="Arial"/>
                <a:cs typeface="Arial"/>
              </a:defRPr>
            </a:lvl4pPr>
            <a:lvl5pPr>
              <a:defRPr sz="1650" b="0">
                <a:solidFill>
                  <a:srgbClr val="526978"/>
                </a:solidFill>
                <a:latin typeface="Arial"/>
                <a:ea typeface="Arial"/>
                <a:cs typeface="Arial"/>
              </a:defRPr>
            </a:lvl5pPr>
            <a:lvl6pPr>
              <a:defRPr sz="1650" b="0">
                <a:solidFill>
                  <a:srgbClr val="526978"/>
                </a:solidFill>
                <a:latin typeface="Arial"/>
                <a:ea typeface="Arial"/>
                <a:cs typeface="Arial"/>
              </a:defRPr>
            </a:lvl6pPr>
            <a:lvl7pPr>
              <a:defRPr sz="1650" b="0">
                <a:solidFill>
                  <a:srgbClr val="526978"/>
                </a:solidFill>
                <a:latin typeface="Arial"/>
                <a:ea typeface="Arial"/>
                <a:cs typeface="Arial"/>
              </a:defRPr>
            </a:lvl7pPr>
            <a:lvl8pPr>
              <a:defRPr sz="1650" b="0">
                <a:solidFill>
                  <a:srgbClr val="526978"/>
                </a:solidFill>
                <a:latin typeface="Arial"/>
                <a:ea typeface="Arial"/>
                <a:cs typeface="Arial"/>
              </a:defRPr>
            </a:lvl8pPr>
            <a:lvl9pPr>
              <a:defRPr sz="1650" b="0">
                <a:solidFill>
                  <a:srgbClr val="526978"/>
                </a:solidFill>
                <a:latin typeface="Arial"/>
                <a:ea typeface="Arial"/>
                <a:cs typeface="Arial"/>
              </a:defRPr>
            </a:lvl9pPr>
          </a:lstStyle>
          <a:p xmlns:a="http://schemas.openxmlformats.org/drawingml/2006/main">
            <a:pPr>
              <a:defRPr sz="1650" b="0">
                <a:solidFill>
                  <a:srgbClr val="526978"/>
                </a:solidFill>
                <a:latin typeface="Arial"/>
                <a:ea typeface="Arial"/>
                <a:cs typeface="Arial"/>
              </a:defRPr>
            </a:pPr>
            <a:r>
              <a:rPr sz="1650" b="0">
                <a:solidFill>
                  <a:srgbClr val="526978"/>
                </a:solidFill>
                <a:latin typeface="Arial"/>
                <a:ea typeface="Arial"/>
                <a:cs typeface="Arial"/>
              </a:rPr>
              <a:t>Durable records</a:t>
            </a:r>
          </a:p>
        </p:txBody>
      </p:sp>
      <p:sp>
        <p:nvSpPr>
          <p:cNvPr id="19" name="">
            <a:extLst xmlns:a="http://schemas.openxmlformats.org/drawingml/2006/main">
              <a:ext uri="{FF2B5EF4-FFF2-40B4-BE49-F238E27FC236}">
                <a16:creationId xmlns:a16="http://schemas.microsoft.com/office/drawing/2014/main" id="{EAD2B23D-2856-459C-AD05-613F93268673}"/>
              </a:ext>
            </a:extLst>
          </p:cNvPr>
          <p:cNvSpPr>
            <a:spLocks xmlns:a="http://schemas.openxmlformats.org/drawingml/2006/main" noGrp="1"/>
          </p:cNvSpPr>
          <p:nvPr/>
        </p:nvSpPr>
        <p:spPr>
          <a:xfrm xmlns:a="http://schemas.openxmlformats.org/drawingml/2006/main">
            <a:off x="609600" y="46101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43247"/>
                </a:solidFill>
                <a:latin typeface="Arial"/>
                <a:ea typeface="Arial"/>
                <a:cs typeface="Arial"/>
              </a:defRPr>
            </a:defPPr>
            <a:lvl1pPr>
              <a:defRPr sz="2700" b="1">
                <a:solidFill>
                  <a:srgbClr val="143247"/>
                </a:solidFill>
                <a:latin typeface="Arial"/>
                <a:ea typeface="Arial"/>
                <a:cs typeface="Arial"/>
              </a:defRPr>
            </a:lvl1pPr>
            <a:lvl2pPr>
              <a:defRPr sz="2700" b="1">
                <a:solidFill>
                  <a:srgbClr val="143247"/>
                </a:solidFill>
                <a:latin typeface="Arial"/>
                <a:ea typeface="Arial"/>
                <a:cs typeface="Arial"/>
              </a:defRPr>
            </a:lvl2pPr>
            <a:lvl3pPr>
              <a:defRPr sz="2700" b="1">
                <a:solidFill>
                  <a:srgbClr val="143247"/>
                </a:solidFill>
                <a:latin typeface="Arial"/>
                <a:ea typeface="Arial"/>
                <a:cs typeface="Arial"/>
              </a:defRPr>
            </a:lvl3pPr>
            <a:lvl4pPr>
              <a:defRPr sz="2700" b="1">
                <a:solidFill>
                  <a:srgbClr val="143247"/>
                </a:solidFill>
                <a:latin typeface="Arial"/>
                <a:ea typeface="Arial"/>
                <a:cs typeface="Arial"/>
              </a:defRPr>
            </a:lvl4pPr>
            <a:lvl5pPr>
              <a:defRPr sz="2700" b="1">
                <a:solidFill>
                  <a:srgbClr val="143247"/>
                </a:solidFill>
                <a:latin typeface="Arial"/>
                <a:ea typeface="Arial"/>
                <a:cs typeface="Arial"/>
              </a:defRPr>
            </a:lvl5pPr>
            <a:lvl6pPr>
              <a:defRPr sz="2700" b="1">
                <a:solidFill>
                  <a:srgbClr val="143247"/>
                </a:solidFill>
                <a:latin typeface="Arial"/>
                <a:ea typeface="Arial"/>
                <a:cs typeface="Arial"/>
              </a:defRPr>
            </a:lvl6pPr>
            <a:lvl7pPr>
              <a:defRPr sz="2700" b="1">
                <a:solidFill>
                  <a:srgbClr val="143247"/>
                </a:solidFill>
                <a:latin typeface="Arial"/>
                <a:ea typeface="Arial"/>
                <a:cs typeface="Arial"/>
              </a:defRPr>
            </a:lvl7pPr>
            <a:lvl8pPr>
              <a:defRPr sz="2700" b="1">
                <a:solidFill>
                  <a:srgbClr val="143247"/>
                </a:solidFill>
                <a:latin typeface="Arial"/>
                <a:ea typeface="Arial"/>
                <a:cs typeface="Arial"/>
              </a:defRPr>
            </a:lvl8pPr>
            <a:lvl9pPr>
              <a:defRPr sz="2700" b="1">
                <a:solidFill>
                  <a:srgbClr val="143247"/>
                </a:solidFill>
                <a:latin typeface="Arial"/>
                <a:ea typeface="Arial"/>
                <a:cs typeface="Arial"/>
              </a:defRPr>
            </a:lvl9pPr>
          </a:lstStyle>
          <a:p xmlns:a="http://schemas.openxmlformats.org/drawingml/2006/main">
            <a:pPr>
              <a:defRPr sz="2700" b="1">
                <a:solidFill>
                  <a:srgbClr val="143247"/>
                </a:solidFill>
                <a:latin typeface="Arial"/>
                <a:ea typeface="Arial"/>
                <a:cs typeface="Arial"/>
              </a:defRPr>
            </a:pPr>
            <a:r>
              <a:rPr sz="2700" b="1">
                <a:solidFill>
                  <a:srgbClr val="143247"/>
                </a:solidFill>
                <a:latin typeface="Arial"/>
                <a:ea typeface="Arial"/>
                <a:cs typeface="Arial"/>
              </a:rPr>
              <a:t>Java objects express behaviour.</a:t>
            </a:r>
          </a:p>
        </p:txBody>
      </p:sp>
      <p:sp>
        <p:nvSpPr>
          <p:cNvPr id="20" name="">
            <a:extLst xmlns:a="http://schemas.openxmlformats.org/drawingml/2006/main">
              <a:ext uri="{FF2B5EF4-FFF2-40B4-BE49-F238E27FC236}">
                <a16:creationId xmlns:a16="http://schemas.microsoft.com/office/drawing/2014/main" id="{9D42D810-B672-41D4-958A-236C82BA16F1}"/>
              </a:ext>
            </a:extLst>
          </p:cNvPr>
          <p:cNvSpPr>
            <a:spLocks xmlns:a="http://schemas.openxmlformats.org/drawingml/2006/main" noGrp="1"/>
          </p:cNvSpPr>
          <p:nvPr/>
        </p:nvSpPr>
        <p:spPr>
          <a:xfrm xmlns:a="http://schemas.openxmlformats.org/drawingml/2006/main">
            <a:off x="609600" y="53054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526978"/>
                </a:solidFill>
                <a:latin typeface="Arial"/>
                <a:ea typeface="Arial"/>
                <a:cs typeface="Arial"/>
              </a:defRPr>
            </a:defPPr>
            <a:lvl1pPr>
              <a:defRPr sz="2325" b="0">
                <a:solidFill>
                  <a:srgbClr val="526978"/>
                </a:solidFill>
                <a:latin typeface="Arial"/>
                <a:ea typeface="Arial"/>
                <a:cs typeface="Arial"/>
              </a:defRPr>
            </a:lvl1pPr>
            <a:lvl2pPr>
              <a:defRPr sz="2325" b="0">
                <a:solidFill>
                  <a:srgbClr val="526978"/>
                </a:solidFill>
                <a:latin typeface="Arial"/>
                <a:ea typeface="Arial"/>
                <a:cs typeface="Arial"/>
              </a:defRPr>
            </a:lvl2pPr>
            <a:lvl3pPr>
              <a:defRPr sz="2325" b="0">
                <a:solidFill>
                  <a:srgbClr val="526978"/>
                </a:solidFill>
                <a:latin typeface="Arial"/>
                <a:ea typeface="Arial"/>
                <a:cs typeface="Arial"/>
              </a:defRPr>
            </a:lvl3pPr>
            <a:lvl4pPr>
              <a:defRPr sz="2325" b="0">
                <a:solidFill>
                  <a:srgbClr val="526978"/>
                </a:solidFill>
                <a:latin typeface="Arial"/>
                <a:ea typeface="Arial"/>
                <a:cs typeface="Arial"/>
              </a:defRPr>
            </a:lvl4pPr>
            <a:lvl5pPr>
              <a:defRPr sz="2325" b="0">
                <a:solidFill>
                  <a:srgbClr val="526978"/>
                </a:solidFill>
                <a:latin typeface="Arial"/>
                <a:ea typeface="Arial"/>
                <a:cs typeface="Arial"/>
              </a:defRPr>
            </a:lvl5pPr>
            <a:lvl6pPr>
              <a:defRPr sz="2325" b="0">
                <a:solidFill>
                  <a:srgbClr val="526978"/>
                </a:solidFill>
                <a:latin typeface="Arial"/>
                <a:ea typeface="Arial"/>
                <a:cs typeface="Arial"/>
              </a:defRPr>
            </a:lvl6pPr>
            <a:lvl7pPr>
              <a:defRPr sz="2325" b="0">
                <a:solidFill>
                  <a:srgbClr val="526978"/>
                </a:solidFill>
                <a:latin typeface="Arial"/>
                <a:ea typeface="Arial"/>
                <a:cs typeface="Arial"/>
              </a:defRPr>
            </a:lvl7pPr>
            <a:lvl8pPr>
              <a:defRPr sz="2325" b="0">
                <a:solidFill>
                  <a:srgbClr val="526978"/>
                </a:solidFill>
                <a:latin typeface="Arial"/>
                <a:ea typeface="Arial"/>
                <a:cs typeface="Arial"/>
              </a:defRPr>
            </a:lvl8pPr>
            <a:lvl9pPr>
              <a:defRPr sz="2325" b="0">
                <a:solidFill>
                  <a:srgbClr val="526978"/>
                </a:solidFill>
                <a:latin typeface="Arial"/>
                <a:ea typeface="Arial"/>
                <a:cs typeface="Arial"/>
              </a:defRPr>
            </a:lvl9pPr>
          </a:lstStyle>
          <a:p xmlns:a="http://schemas.openxmlformats.org/drawingml/2006/main">
            <a:pPr>
              <a:defRPr sz="2325" b="0">
                <a:solidFill>
                  <a:srgbClr val="526978"/>
                </a:solidFill>
                <a:latin typeface="Arial"/>
                <a:ea typeface="Arial"/>
                <a:cs typeface="Arial"/>
              </a:defRPr>
            </a:pPr>
            <a:r>
              <a:rPr sz="2325" b="0">
                <a:solidFill>
                  <a:srgbClr val="526978"/>
                </a:solidFill>
                <a:latin typeface="Arial"/>
                <a:ea typeface="Arial"/>
                <a:cs typeface="Arial"/>
              </a:rPr>
              <a:t>Relational tables preserve the resulting facts and history.</a:t>
            </a:r>
          </a:p>
        </p:txBody>
      </p:sp>
    </p:spTree>
    <p:extLst>
      <p:ext uri="{BB962C8B-B14F-4D97-AF65-F5344CB8AC3E}">
        <p14:creationId xmlns:p14="http://schemas.microsoft.com/office/powerpoint/2010/main" val="94500976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5205E64-1008-4B10-8B30-17D266D092B3}"/>
              </a:ext>
            </a:extLst>
          </p:cNvPr>
          <p:cNvSpPr>
            <a:spLocks xmlns:a="http://schemas.openxmlformats.org/drawingml/2006/main" noGrp="1"/>
          </p:cNvSpPr>
          <p:nvPr/>
        </p:nvSpPr>
        <p:spPr>
          <a:xfrm xmlns:a="http://schemas.openxmlformats.org/drawingml/2006/main">
            <a:off x="609600" y="457200"/>
            <a:ext cx="523875"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D671E9-D6E2-45C3-A360-0A121B555B3C}"/>
              </a:ext>
            </a:extLst>
          </p:cNvPr>
          <p:cNvSpPr>
            <a:spLocks xmlns:a="http://schemas.openxmlformats.org/drawingml/2006/main" noGrp="1"/>
          </p:cNvSpPr>
          <p:nvPr/>
        </p:nvSpPr>
        <p:spPr>
          <a:xfrm xmlns:a="http://schemas.openxmlformats.org/drawingml/2006/main">
            <a:off x="609600" y="7905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43247"/>
                </a:solidFill>
                <a:latin typeface="Arial"/>
                <a:ea typeface="Arial"/>
                <a:cs typeface="Arial"/>
              </a:defRPr>
            </a:defPPr>
            <a:lvl1pPr>
              <a:defRPr sz="3225" b="1">
                <a:solidFill>
                  <a:srgbClr val="143247"/>
                </a:solidFill>
                <a:latin typeface="Arial"/>
                <a:ea typeface="Arial"/>
                <a:cs typeface="Arial"/>
              </a:defRPr>
            </a:lvl1pPr>
            <a:lvl2pPr>
              <a:defRPr sz="3225" b="1">
                <a:solidFill>
                  <a:srgbClr val="143247"/>
                </a:solidFill>
                <a:latin typeface="Arial"/>
                <a:ea typeface="Arial"/>
                <a:cs typeface="Arial"/>
              </a:defRPr>
            </a:lvl2pPr>
            <a:lvl3pPr>
              <a:defRPr sz="3225" b="1">
                <a:solidFill>
                  <a:srgbClr val="143247"/>
                </a:solidFill>
                <a:latin typeface="Arial"/>
                <a:ea typeface="Arial"/>
                <a:cs typeface="Arial"/>
              </a:defRPr>
            </a:lvl3pPr>
            <a:lvl4pPr>
              <a:defRPr sz="3225" b="1">
                <a:solidFill>
                  <a:srgbClr val="143247"/>
                </a:solidFill>
                <a:latin typeface="Arial"/>
                <a:ea typeface="Arial"/>
                <a:cs typeface="Arial"/>
              </a:defRPr>
            </a:lvl4pPr>
            <a:lvl5pPr>
              <a:defRPr sz="3225" b="1">
                <a:solidFill>
                  <a:srgbClr val="143247"/>
                </a:solidFill>
                <a:latin typeface="Arial"/>
                <a:ea typeface="Arial"/>
                <a:cs typeface="Arial"/>
              </a:defRPr>
            </a:lvl5pPr>
            <a:lvl6pPr>
              <a:defRPr sz="3225" b="1">
                <a:solidFill>
                  <a:srgbClr val="143247"/>
                </a:solidFill>
                <a:latin typeface="Arial"/>
                <a:ea typeface="Arial"/>
                <a:cs typeface="Arial"/>
              </a:defRPr>
            </a:lvl6pPr>
            <a:lvl7pPr>
              <a:defRPr sz="3225" b="1">
                <a:solidFill>
                  <a:srgbClr val="143247"/>
                </a:solidFill>
                <a:latin typeface="Arial"/>
                <a:ea typeface="Arial"/>
                <a:cs typeface="Arial"/>
              </a:defRPr>
            </a:lvl7pPr>
            <a:lvl8pPr>
              <a:defRPr sz="3225" b="1">
                <a:solidFill>
                  <a:srgbClr val="143247"/>
                </a:solidFill>
                <a:latin typeface="Arial"/>
                <a:ea typeface="Arial"/>
                <a:cs typeface="Arial"/>
              </a:defRPr>
            </a:lvl8pPr>
            <a:lvl9pPr>
              <a:defRPr sz="3225" b="1">
                <a:solidFill>
                  <a:srgbClr val="143247"/>
                </a:solidFill>
                <a:latin typeface="Arial"/>
                <a:ea typeface="Arial"/>
                <a:cs typeface="Arial"/>
              </a:defRPr>
            </a:lvl9pPr>
          </a:lstStyle>
          <a:p xmlns:a="http://schemas.openxmlformats.org/drawingml/2006/main">
            <a:pPr>
              <a:defRPr sz="3225" b="1">
                <a:solidFill>
                  <a:srgbClr val="143247"/>
                </a:solidFill>
                <a:latin typeface="Arial"/>
                <a:ea typeface="Arial"/>
                <a:cs typeface="Arial"/>
              </a:defRPr>
            </a:pPr>
            <a:r>
              <a:rPr sz="3225" b="1">
                <a:solidFill>
                  <a:srgbClr val="143247"/>
                </a:solidFill>
                <a:latin typeface="Arial"/>
                <a:ea typeface="Arial"/>
                <a:cs typeface="Arial"/>
              </a:rPr>
              <a:t>OOP: the main class relationships</a:t>
            </a:r>
          </a:p>
        </p:txBody>
      </p:sp>
      <p:sp>
        <p:nvSpPr>
          <p:cNvPr id="3" name="">
            <a:extLst xmlns:a="http://schemas.openxmlformats.org/drawingml/2006/main">
              <a:ext uri="{FF2B5EF4-FFF2-40B4-BE49-F238E27FC236}">
                <a16:creationId xmlns:a16="http://schemas.microsoft.com/office/drawing/2014/main" id="{4C0256FC-1ED1-4535-912B-9431F1223852}"/>
              </a:ext>
            </a:extLst>
          </p:cNvPr>
          <p:cNvSpPr>
            <a:spLocks xmlns:a="http://schemas.openxmlformats.org/drawingml/2006/main" noGrp="1"/>
          </p:cNvSpPr>
          <p:nvPr/>
        </p:nvSpPr>
        <p:spPr>
          <a:xfrm xmlns:a="http://schemas.openxmlformats.org/drawingml/2006/main">
            <a:off x="11115675" y="6372225"/>
            <a:ext cx="4667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978"/>
                </a:solidFill>
                <a:latin typeface="Arial"/>
                <a:ea typeface="Arial"/>
                <a:cs typeface="Arial"/>
              </a:defRPr>
            </a:defPPr>
            <a:lvl1pPr>
              <a:defRPr sz="1200" b="0">
                <a:solidFill>
                  <a:srgbClr val="526978"/>
                </a:solidFill>
                <a:latin typeface="Arial"/>
                <a:ea typeface="Arial"/>
                <a:cs typeface="Arial"/>
              </a:defRPr>
            </a:lvl1pPr>
            <a:lvl2pPr>
              <a:defRPr sz="1200" b="0">
                <a:solidFill>
                  <a:srgbClr val="526978"/>
                </a:solidFill>
                <a:latin typeface="Arial"/>
                <a:ea typeface="Arial"/>
                <a:cs typeface="Arial"/>
              </a:defRPr>
            </a:lvl2pPr>
            <a:lvl3pPr>
              <a:defRPr sz="1200" b="0">
                <a:solidFill>
                  <a:srgbClr val="526978"/>
                </a:solidFill>
                <a:latin typeface="Arial"/>
                <a:ea typeface="Arial"/>
                <a:cs typeface="Arial"/>
              </a:defRPr>
            </a:lvl3pPr>
            <a:lvl4pPr>
              <a:defRPr sz="1200" b="0">
                <a:solidFill>
                  <a:srgbClr val="526978"/>
                </a:solidFill>
                <a:latin typeface="Arial"/>
                <a:ea typeface="Arial"/>
                <a:cs typeface="Arial"/>
              </a:defRPr>
            </a:lvl4pPr>
            <a:lvl5pPr>
              <a:defRPr sz="1200" b="0">
                <a:solidFill>
                  <a:srgbClr val="526978"/>
                </a:solidFill>
                <a:latin typeface="Arial"/>
                <a:ea typeface="Arial"/>
                <a:cs typeface="Arial"/>
              </a:defRPr>
            </a:lvl5pPr>
            <a:lvl6pPr>
              <a:defRPr sz="1200" b="0">
                <a:solidFill>
                  <a:srgbClr val="526978"/>
                </a:solidFill>
                <a:latin typeface="Arial"/>
                <a:ea typeface="Arial"/>
                <a:cs typeface="Arial"/>
              </a:defRPr>
            </a:lvl6pPr>
            <a:lvl7pPr>
              <a:defRPr sz="1200" b="0">
                <a:solidFill>
                  <a:srgbClr val="526978"/>
                </a:solidFill>
                <a:latin typeface="Arial"/>
                <a:ea typeface="Arial"/>
                <a:cs typeface="Arial"/>
              </a:defRPr>
            </a:lvl7pPr>
            <a:lvl8pPr>
              <a:defRPr sz="1200" b="0">
                <a:solidFill>
                  <a:srgbClr val="526978"/>
                </a:solidFill>
                <a:latin typeface="Arial"/>
                <a:ea typeface="Arial"/>
                <a:cs typeface="Arial"/>
              </a:defRPr>
            </a:lvl8pPr>
            <a:lvl9pPr>
              <a:defRPr sz="1200" b="0">
                <a:solidFill>
                  <a:srgbClr val="526978"/>
                </a:solidFill>
                <a:latin typeface="Arial"/>
                <a:ea typeface="Arial"/>
                <a:cs typeface="Arial"/>
              </a:defRPr>
            </a:lvl9pPr>
          </a:lstStyle>
          <a:p xmlns:a="http://schemas.openxmlformats.org/drawingml/2006/main">
            <a:pPr>
              <a:defRPr sz="1200" b="0">
                <a:solidFill>
                  <a:srgbClr val="526978"/>
                </a:solidFill>
                <a:latin typeface="Arial"/>
                <a:ea typeface="Arial"/>
                <a:cs typeface="Arial"/>
              </a:defRPr>
            </a:pPr>
            <a:r>
              <a:rPr sz="1200" b="0">
                <a:solidFill>
                  <a:srgbClr val="526978"/>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A47AF6EB-7F1F-49C4-93E0-45F366C4A444}"/>
              </a:ext>
            </a:extLst>
          </p:cNvPr>
          <p:cNvSpPr>
            <a:spLocks xmlns:a="http://schemas.openxmlformats.org/drawingml/2006/main" noGrp="1"/>
          </p:cNvSpPr>
          <p:nvPr/>
        </p:nvSpPr>
        <p:spPr>
          <a:xfrm xmlns:a="http://schemas.openxmlformats.org/drawingml/2006/main">
            <a:off x="609600" y="2152650"/>
            <a:ext cx="2571750" cy="838200"/>
          </a:xfrm>
          <a:prstGeom xmlns:a="http://schemas.openxmlformats.org/drawingml/2006/main" prst="rect">
            <a:avLst/>
          </a:prstGeom>
          <a:solidFill xmlns:a="http://schemas.openxmlformats.org/drawingml/2006/main">
            <a:srgbClr val="EAF3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8C91328-3171-4FB4-8CF0-952D49919E70}"/>
              </a:ext>
            </a:extLst>
          </p:cNvPr>
          <p:cNvSpPr>
            <a:spLocks xmlns:a="http://schemas.openxmlformats.org/drawingml/2006/main" noGrp="1"/>
          </p:cNvSpPr>
          <p:nvPr/>
        </p:nvSpPr>
        <p:spPr>
          <a:xfrm xmlns:a="http://schemas.openxmlformats.org/drawingml/2006/main">
            <a:off x="781050" y="23812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43247"/>
                </a:solidFill>
                <a:latin typeface="Arial"/>
                <a:ea typeface="Arial"/>
                <a:cs typeface="Arial"/>
              </a:defRPr>
            </a:defPPr>
            <a:lvl1pPr>
              <a:defRPr sz="2325" b="1">
                <a:solidFill>
                  <a:srgbClr val="143247"/>
                </a:solidFill>
                <a:latin typeface="Arial"/>
                <a:ea typeface="Arial"/>
                <a:cs typeface="Arial"/>
              </a:defRPr>
            </a:lvl1pPr>
            <a:lvl2pPr>
              <a:defRPr sz="2325" b="1">
                <a:solidFill>
                  <a:srgbClr val="143247"/>
                </a:solidFill>
                <a:latin typeface="Arial"/>
                <a:ea typeface="Arial"/>
                <a:cs typeface="Arial"/>
              </a:defRPr>
            </a:lvl2pPr>
            <a:lvl3pPr>
              <a:defRPr sz="2325" b="1">
                <a:solidFill>
                  <a:srgbClr val="143247"/>
                </a:solidFill>
                <a:latin typeface="Arial"/>
                <a:ea typeface="Arial"/>
                <a:cs typeface="Arial"/>
              </a:defRPr>
            </a:lvl3pPr>
            <a:lvl4pPr>
              <a:defRPr sz="2325" b="1">
                <a:solidFill>
                  <a:srgbClr val="143247"/>
                </a:solidFill>
                <a:latin typeface="Arial"/>
                <a:ea typeface="Arial"/>
                <a:cs typeface="Arial"/>
              </a:defRPr>
            </a:lvl4pPr>
            <a:lvl5pPr>
              <a:defRPr sz="2325" b="1">
                <a:solidFill>
                  <a:srgbClr val="143247"/>
                </a:solidFill>
                <a:latin typeface="Arial"/>
                <a:ea typeface="Arial"/>
                <a:cs typeface="Arial"/>
              </a:defRPr>
            </a:lvl5pPr>
            <a:lvl6pPr>
              <a:defRPr sz="2325" b="1">
                <a:solidFill>
                  <a:srgbClr val="143247"/>
                </a:solidFill>
                <a:latin typeface="Arial"/>
                <a:ea typeface="Arial"/>
                <a:cs typeface="Arial"/>
              </a:defRPr>
            </a:lvl6pPr>
            <a:lvl7pPr>
              <a:defRPr sz="2325" b="1">
                <a:solidFill>
                  <a:srgbClr val="143247"/>
                </a:solidFill>
                <a:latin typeface="Arial"/>
                <a:ea typeface="Arial"/>
                <a:cs typeface="Arial"/>
              </a:defRPr>
            </a:lvl7pPr>
            <a:lvl8pPr>
              <a:defRPr sz="2325" b="1">
                <a:solidFill>
                  <a:srgbClr val="143247"/>
                </a:solidFill>
                <a:latin typeface="Arial"/>
                <a:ea typeface="Arial"/>
                <a:cs typeface="Arial"/>
              </a:defRPr>
            </a:lvl8pPr>
            <a:lvl9pPr>
              <a:defRPr sz="2325" b="1">
                <a:solidFill>
                  <a:srgbClr val="143247"/>
                </a:solidFill>
                <a:latin typeface="Arial"/>
                <a:ea typeface="Arial"/>
                <a:cs typeface="Arial"/>
              </a:defRPr>
            </a:lvl9pPr>
          </a:lstStyle>
          <a:p xmlns:a="http://schemas.openxmlformats.org/drawingml/2006/main">
            <a:pPr>
              <a:defRPr sz="2325" b="1">
                <a:solidFill>
                  <a:srgbClr val="143247"/>
                </a:solidFill>
                <a:latin typeface="Arial"/>
                <a:ea typeface="Arial"/>
                <a:cs typeface="Arial"/>
              </a:defRPr>
            </a:pPr>
            <a:r>
              <a:rPr sz="2325" b="1">
                <a:solidFill>
                  <a:srgbClr val="143247"/>
                </a:solidFill>
                <a:latin typeface="Arial"/>
                <a:ea typeface="Arial"/>
                <a:cs typeface="Arial"/>
              </a:rPr>
              <a:t>Asset</a:t>
            </a:r>
          </a:p>
        </p:txBody>
      </p:sp>
      <p:sp>
        <p:nvSpPr>
          <p:cNvPr id="6" name="">
            <a:extLst xmlns:a="http://schemas.openxmlformats.org/drawingml/2006/main">
              <a:ext uri="{FF2B5EF4-FFF2-40B4-BE49-F238E27FC236}">
                <a16:creationId xmlns:a16="http://schemas.microsoft.com/office/drawing/2014/main" id="{CF664CA1-DA7F-47A7-A52A-86E67910BC9F}"/>
              </a:ext>
            </a:extLst>
          </p:cNvPr>
          <p:cNvSpPr>
            <a:spLocks xmlns:a="http://schemas.openxmlformats.org/drawingml/2006/main" noGrp="1"/>
          </p:cNvSpPr>
          <p:nvPr/>
        </p:nvSpPr>
        <p:spPr>
          <a:xfrm xmlns:a="http://schemas.openxmlformats.org/drawingml/2006/main">
            <a:off x="4133850" y="2152650"/>
            <a:ext cx="2571750" cy="838200"/>
          </a:xfrm>
          <a:prstGeom xmlns:a="http://schemas.openxmlformats.org/drawingml/2006/main" prst="rect">
            <a:avLst/>
          </a:prstGeom>
          <a:solidFill xmlns:a="http://schemas.openxmlformats.org/drawingml/2006/main">
            <a:srgbClr val="EAF3F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3657CF5-99EE-4C3E-A3D3-37D59AA3A51B}"/>
              </a:ext>
            </a:extLst>
          </p:cNvPr>
          <p:cNvSpPr>
            <a:spLocks xmlns:a="http://schemas.openxmlformats.org/drawingml/2006/main" noGrp="1"/>
          </p:cNvSpPr>
          <p:nvPr/>
        </p:nvSpPr>
        <p:spPr>
          <a:xfrm xmlns:a="http://schemas.openxmlformats.org/drawingml/2006/main">
            <a:off x="4305300" y="23812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43247"/>
                </a:solidFill>
                <a:latin typeface="Arial"/>
                <a:ea typeface="Arial"/>
                <a:cs typeface="Arial"/>
              </a:defRPr>
            </a:defPPr>
            <a:lvl1pPr>
              <a:defRPr sz="2325" b="1">
                <a:solidFill>
                  <a:srgbClr val="143247"/>
                </a:solidFill>
                <a:latin typeface="Arial"/>
                <a:ea typeface="Arial"/>
                <a:cs typeface="Arial"/>
              </a:defRPr>
            </a:lvl1pPr>
            <a:lvl2pPr>
              <a:defRPr sz="2325" b="1">
                <a:solidFill>
                  <a:srgbClr val="143247"/>
                </a:solidFill>
                <a:latin typeface="Arial"/>
                <a:ea typeface="Arial"/>
                <a:cs typeface="Arial"/>
              </a:defRPr>
            </a:lvl2pPr>
            <a:lvl3pPr>
              <a:defRPr sz="2325" b="1">
                <a:solidFill>
                  <a:srgbClr val="143247"/>
                </a:solidFill>
                <a:latin typeface="Arial"/>
                <a:ea typeface="Arial"/>
                <a:cs typeface="Arial"/>
              </a:defRPr>
            </a:lvl3pPr>
            <a:lvl4pPr>
              <a:defRPr sz="2325" b="1">
                <a:solidFill>
                  <a:srgbClr val="143247"/>
                </a:solidFill>
                <a:latin typeface="Arial"/>
                <a:ea typeface="Arial"/>
                <a:cs typeface="Arial"/>
              </a:defRPr>
            </a:lvl4pPr>
            <a:lvl5pPr>
              <a:defRPr sz="2325" b="1">
                <a:solidFill>
                  <a:srgbClr val="143247"/>
                </a:solidFill>
                <a:latin typeface="Arial"/>
                <a:ea typeface="Arial"/>
                <a:cs typeface="Arial"/>
              </a:defRPr>
            </a:lvl5pPr>
            <a:lvl6pPr>
              <a:defRPr sz="2325" b="1">
                <a:solidFill>
                  <a:srgbClr val="143247"/>
                </a:solidFill>
                <a:latin typeface="Arial"/>
                <a:ea typeface="Arial"/>
                <a:cs typeface="Arial"/>
              </a:defRPr>
            </a:lvl6pPr>
            <a:lvl7pPr>
              <a:defRPr sz="2325" b="1">
                <a:solidFill>
                  <a:srgbClr val="143247"/>
                </a:solidFill>
                <a:latin typeface="Arial"/>
                <a:ea typeface="Arial"/>
                <a:cs typeface="Arial"/>
              </a:defRPr>
            </a:lvl7pPr>
            <a:lvl8pPr>
              <a:defRPr sz="2325" b="1">
                <a:solidFill>
                  <a:srgbClr val="143247"/>
                </a:solidFill>
                <a:latin typeface="Arial"/>
                <a:ea typeface="Arial"/>
                <a:cs typeface="Arial"/>
              </a:defRPr>
            </a:lvl8pPr>
            <a:lvl9pPr>
              <a:defRPr sz="2325" b="1">
                <a:solidFill>
                  <a:srgbClr val="143247"/>
                </a:solidFill>
                <a:latin typeface="Arial"/>
                <a:ea typeface="Arial"/>
                <a:cs typeface="Arial"/>
              </a:defRPr>
            </a:lvl9pPr>
          </a:lstStyle>
          <a:p xmlns:a="http://schemas.openxmlformats.org/drawingml/2006/main">
            <a:pPr>
              <a:defRPr sz="2325" b="1">
                <a:solidFill>
                  <a:srgbClr val="143247"/>
                </a:solidFill>
                <a:latin typeface="Arial"/>
                <a:ea typeface="Arial"/>
                <a:cs typeface="Arial"/>
              </a:defRPr>
            </a:pPr>
            <a:r>
              <a:rPr sz="2325" b="1">
                <a:solidFill>
                  <a:srgbClr val="143247"/>
                </a:solidFill>
                <a:latin typeface="Arial"/>
                <a:ea typeface="Arial"/>
                <a:cs typeface="Arial"/>
              </a:rPr>
              <a:t>Complaint</a:t>
            </a:r>
          </a:p>
        </p:txBody>
      </p:sp>
      <p:sp>
        <p:nvSpPr>
          <p:cNvPr id="8" name="">
            <a:extLst xmlns:a="http://schemas.openxmlformats.org/drawingml/2006/main">
              <a:ext uri="{FF2B5EF4-FFF2-40B4-BE49-F238E27FC236}">
                <a16:creationId xmlns:a16="http://schemas.microsoft.com/office/drawing/2014/main" id="{C08CA4B2-F26E-4961-BC40-CF6A9C508883}"/>
              </a:ext>
            </a:extLst>
          </p:cNvPr>
          <p:cNvSpPr>
            <a:spLocks xmlns:a="http://schemas.openxmlformats.org/drawingml/2006/main" noGrp="1"/>
          </p:cNvSpPr>
          <p:nvPr/>
        </p:nvSpPr>
        <p:spPr>
          <a:xfrm xmlns:a="http://schemas.openxmlformats.org/drawingml/2006/main">
            <a:off x="8801100" y="2152650"/>
            <a:ext cx="2571750" cy="838200"/>
          </a:xfrm>
          <a:prstGeom xmlns:a="http://schemas.openxmlformats.org/drawingml/2006/main" prst="rect">
            <a:avLst/>
          </a:prstGeom>
          <a:solidFill xmlns:a="http://schemas.openxmlformats.org/drawingml/2006/main">
            <a:srgbClr val="EAF3F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E1DCCA1-79D4-4702-B969-A55509DC32D6}"/>
              </a:ext>
            </a:extLst>
          </p:cNvPr>
          <p:cNvSpPr>
            <a:spLocks xmlns:a="http://schemas.openxmlformats.org/drawingml/2006/main" noGrp="1"/>
          </p:cNvSpPr>
          <p:nvPr/>
        </p:nvSpPr>
        <p:spPr>
          <a:xfrm xmlns:a="http://schemas.openxmlformats.org/drawingml/2006/main">
            <a:off x="8972550" y="23812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43247"/>
                </a:solidFill>
                <a:latin typeface="Arial"/>
                <a:ea typeface="Arial"/>
                <a:cs typeface="Arial"/>
              </a:defRPr>
            </a:defPPr>
            <a:lvl1pPr>
              <a:defRPr sz="2325" b="1">
                <a:solidFill>
                  <a:srgbClr val="143247"/>
                </a:solidFill>
                <a:latin typeface="Arial"/>
                <a:ea typeface="Arial"/>
                <a:cs typeface="Arial"/>
              </a:defRPr>
            </a:lvl1pPr>
            <a:lvl2pPr>
              <a:defRPr sz="2325" b="1">
                <a:solidFill>
                  <a:srgbClr val="143247"/>
                </a:solidFill>
                <a:latin typeface="Arial"/>
                <a:ea typeface="Arial"/>
                <a:cs typeface="Arial"/>
              </a:defRPr>
            </a:lvl2pPr>
            <a:lvl3pPr>
              <a:defRPr sz="2325" b="1">
                <a:solidFill>
                  <a:srgbClr val="143247"/>
                </a:solidFill>
                <a:latin typeface="Arial"/>
                <a:ea typeface="Arial"/>
                <a:cs typeface="Arial"/>
              </a:defRPr>
            </a:lvl3pPr>
            <a:lvl4pPr>
              <a:defRPr sz="2325" b="1">
                <a:solidFill>
                  <a:srgbClr val="143247"/>
                </a:solidFill>
                <a:latin typeface="Arial"/>
                <a:ea typeface="Arial"/>
                <a:cs typeface="Arial"/>
              </a:defRPr>
            </a:lvl4pPr>
            <a:lvl5pPr>
              <a:defRPr sz="2325" b="1">
                <a:solidFill>
                  <a:srgbClr val="143247"/>
                </a:solidFill>
                <a:latin typeface="Arial"/>
                <a:ea typeface="Arial"/>
                <a:cs typeface="Arial"/>
              </a:defRPr>
            </a:lvl5pPr>
            <a:lvl6pPr>
              <a:defRPr sz="2325" b="1">
                <a:solidFill>
                  <a:srgbClr val="143247"/>
                </a:solidFill>
                <a:latin typeface="Arial"/>
                <a:ea typeface="Arial"/>
                <a:cs typeface="Arial"/>
              </a:defRPr>
            </a:lvl6pPr>
            <a:lvl7pPr>
              <a:defRPr sz="2325" b="1">
                <a:solidFill>
                  <a:srgbClr val="143247"/>
                </a:solidFill>
                <a:latin typeface="Arial"/>
                <a:ea typeface="Arial"/>
                <a:cs typeface="Arial"/>
              </a:defRPr>
            </a:lvl7pPr>
            <a:lvl8pPr>
              <a:defRPr sz="2325" b="1">
                <a:solidFill>
                  <a:srgbClr val="143247"/>
                </a:solidFill>
                <a:latin typeface="Arial"/>
                <a:ea typeface="Arial"/>
                <a:cs typeface="Arial"/>
              </a:defRPr>
            </a:lvl8pPr>
            <a:lvl9pPr>
              <a:defRPr sz="2325" b="1">
                <a:solidFill>
                  <a:srgbClr val="143247"/>
                </a:solidFill>
                <a:latin typeface="Arial"/>
                <a:ea typeface="Arial"/>
                <a:cs typeface="Arial"/>
              </a:defRPr>
            </a:lvl9pPr>
          </a:lstStyle>
          <a:p xmlns:a="http://schemas.openxmlformats.org/drawingml/2006/main">
            <a:pPr>
              <a:defRPr sz="2325" b="1">
                <a:solidFill>
                  <a:srgbClr val="143247"/>
                </a:solidFill>
                <a:latin typeface="Arial"/>
                <a:ea typeface="Arial"/>
                <a:cs typeface="Arial"/>
              </a:defRPr>
            </a:pPr>
            <a:r>
              <a:rPr sz="2325" b="1">
                <a:solidFill>
                  <a:srgbClr val="143247"/>
                </a:solidFill>
                <a:latin typeface="Arial"/>
                <a:ea typeface="Arial"/>
                <a:cs typeface="Arial"/>
              </a:rPr>
              <a:t>User</a:t>
            </a:r>
          </a:p>
        </p:txBody>
      </p:sp>
      <p:sp>
        <p:nvSpPr>
          <p:cNvPr id="10" name="">
            <a:extLst xmlns:a="http://schemas.openxmlformats.org/drawingml/2006/main">
              <a:ext uri="{FF2B5EF4-FFF2-40B4-BE49-F238E27FC236}">
                <a16:creationId xmlns:a16="http://schemas.microsoft.com/office/drawing/2014/main" id="{3BC17294-A8D9-4BF7-8E01-4FD84650D5C5}"/>
              </a:ext>
            </a:extLst>
          </p:cNvPr>
          <p:cNvSpPr>
            <a:spLocks xmlns:a="http://schemas.openxmlformats.org/drawingml/2006/main" noGrp="1"/>
          </p:cNvSpPr>
          <p:nvPr/>
        </p:nvSpPr>
        <p:spPr>
          <a:xfrm xmlns:a="http://schemas.openxmlformats.org/drawingml/2006/main">
            <a:off x="4133850" y="4276725"/>
            <a:ext cx="2571750" cy="838200"/>
          </a:xfrm>
          <a:prstGeom xmlns:a="http://schemas.openxmlformats.org/drawingml/2006/main" prst="rect">
            <a:avLst/>
          </a:prstGeom>
          <a:solidFill xmlns:a="http://schemas.openxmlformats.org/drawingml/2006/main">
            <a:srgbClr val="EAF3F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B34ECAD-99F6-45BC-A549-DE79F73AAF23}"/>
              </a:ext>
            </a:extLst>
          </p:cNvPr>
          <p:cNvSpPr>
            <a:spLocks xmlns:a="http://schemas.openxmlformats.org/drawingml/2006/main" noGrp="1"/>
          </p:cNvSpPr>
          <p:nvPr/>
        </p:nvSpPr>
        <p:spPr>
          <a:xfrm xmlns:a="http://schemas.openxmlformats.org/drawingml/2006/main">
            <a:off x="4305300" y="45053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43247"/>
                </a:solidFill>
                <a:latin typeface="Arial"/>
                <a:ea typeface="Arial"/>
                <a:cs typeface="Arial"/>
              </a:defRPr>
            </a:defPPr>
            <a:lvl1pPr>
              <a:defRPr sz="2325" b="1">
                <a:solidFill>
                  <a:srgbClr val="143247"/>
                </a:solidFill>
                <a:latin typeface="Arial"/>
                <a:ea typeface="Arial"/>
                <a:cs typeface="Arial"/>
              </a:defRPr>
            </a:lvl1pPr>
            <a:lvl2pPr>
              <a:defRPr sz="2325" b="1">
                <a:solidFill>
                  <a:srgbClr val="143247"/>
                </a:solidFill>
                <a:latin typeface="Arial"/>
                <a:ea typeface="Arial"/>
                <a:cs typeface="Arial"/>
              </a:defRPr>
            </a:lvl2pPr>
            <a:lvl3pPr>
              <a:defRPr sz="2325" b="1">
                <a:solidFill>
                  <a:srgbClr val="143247"/>
                </a:solidFill>
                <a:latin typeface="Arial"/>
                <a:ea typeface="Arial"/>
                <a:cs typeface="Arial"/>
              </a:defRPr>
            </a:lvl3pPr>
            <a:lvl4pPr>
              <a:defRPr sz="2325" b="1">
                <a:solidFill>
                  <a:srgbClr val="143247"/>
                </a:solidFill>
                <a:latin typeface="Arial"/>
                <a:ea typeface="Arial"/>
                <a:cs typeface="Arial"/>
              </a:defRPr>
            </a:lvl4pPr>
            <a:lvl5pPr>
              <a:defRPr sz="2325" b="1">
                <a:solidFill>
                  <a:srgbClr val="143247"/>
                </a:solidFill>
                <a:latin typeface="Arial"/>
                <a:ea typeface="Arial"/>
                <a:cs typeface="Arial"/>
              </a:defRPr>
            </a:lvl5pPr>
            <a:lvl6pPr>
              <a:defRPr sz="2325" b="1">
                <a:solidFill>
                  <a:srgbClr val="143247"/>
                </a:solidFill>
                <a:latin typeface="Arial"/>
                <a:ea typeface="Arial"/>
                <a:cs typeface="Arial"/>
              </a:defRPr>
            </a:lvl6pPr>
            <a:lvl7pPr>
              <a:defRPr sz="2325" b="1">
                <a:solidFill>
                  <a:srgbClr val="143247"/>
                </a:solidFill>
                <a:latin typeface="Arial"/>
                <a:ea typeface="Arial"/>
                <a:cs typeface="Arial"/>
              </a:defRPr>
            </a:lvl7pPr>
            <a:lvl8pPr>
              <a:defRPr sz="2325" b="1">
                <a:solidFill>
                  <a:srgbClr val="143247"/>
                </a:solidFill>
                <a:latin typeface="Arial"/>
                <a:ea typeface="Arial"/>
                <a:cs typeface="Arial"/>
              </a:defRPr>
            </a:lvl8pPr>
            <a:lvl9pPr>
              <a:defRPr sz="2325" b="1">
                <a:solidFill>
                  <a:srgbClr val="143247"/>
                </a:solidFill>
                <a:latin typeface="Arial"/>
                <a:ea typeface="Arial"/>
                <a:cs typeface="Arial"/>
              </a:defRPr>
            </a:lvl9pPr>
          </a:lstStyle>
          <a:p xmlns:a="http://schemas.openxmlformats.org/drawingml/2006/main">
            <a:pPr>
              <a:defRPr sz="2325" b="1">
                <a:solidFill>
                  <a:srgbClr val="143247"/>
                </a:solidFill>
                <a:latin typeface="Arial"/>
                <a:ea typeface="Arial"/>
                <a:cs typeface="Arial"/>
              </a:defRPr>
            </a:pPr>
            <a:r>
              <a:rPr sz="2325" b="1">
                <a:solidFill>
                  <a:srgbClr val="143247"/>
                </a:solidFill>
                <a:latin typeface="Arial"/>
                <a:ea typeface="Arial"/>
                <a:cs typeface="Arial"/>
              </a:rPr>
              <a:t>WorkOrder</a:t>
            </a:r>
          </a:p>
        </p:txBody>
      </p:sp>
      <p:sp>
        <p:nvSpPr>
          <p:cNvPr id="12" name="">
            <a:extLst xmlns:a="http://schemas.openxmlformats.org/drawingml/2006/main">
              <a:ext uri="{FF2B5EF4-FFF2-40B4-BE49-F238E27FC236}">
                <a16:creationId xmlns:a16="http://schemas.microsoft.com/office/drawing/2014/main" id="{639E7F65-A066-4506-9FDB-ADC7ADA8CAE3}"/>
              </a:ext>
            </a:extLst>
          </p:cNvPr>
          <p:cNvSpPr>
            <a:spLocks xmlns:a="http://schemas.openxmlformats.org/drawingml/2006/main" noGrp="1"/>
          </p:cNvSpPr>
          <p:nvPr/>
        </p:nvSpPr>
        <p:spPr>
          <a:xfrm xmlns:a="http://schemas.openxmlformats.org/drawingml/2006/main">
            <a:off x="8801100" y="4276725"/>
            <a:ext cx="2571750" cy="838200"/>
          </a:xfrm>
          <a:prstGeom xmlns:a="http://schemas.openxmlformats.org/drawingml/2006/main" prst="rect">
            <a:avLst/>
          </a:prstGeom>
          <a:solidFill xmlns:a="http://schemas.openxmlformats.org/drawingml/2006/main">
            <a:srgbClr val="EAF3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5C1F233-5F4D-429A-847B-A9BC0E45F98B}"/>
              </a:ext>
            </a:extLst>
          </p:cNvPr>
          <p:cNvSpPr>
            <a:spLocks xmlns:a="http://schemas.openxmlformats.org/drawingml/2006/main" noGrp="1"/>
          </p:cNvSpPr>
          <p:nvPr/>
        </p:nvSpPr>
        <p:spPr>
          <a:xfrm xmlns:a="http://schemas.openxmlformats.org/drawingml/2006/main">
            <a:off x="8972550" y="45053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43247"/>
                </a:solidFill>
                <a:latin typeface="Arial"/>
                <a:ea typeface="Arial"/>
                <a:cs typeface="Arial"/>
              </a:defRPr>
            </a:defPPr>
            <a:lvl1pPr>
              <a:defRPr sz="2325" b="1">
                <a:solidFill>
                  <a:srgbClr val="143247"/>
                </a:solidFill>
                <a:latin typeface="Arial"/>
                <a:ea typeface="Arial"/>
                <a:cs typeface="Arial"/>
              </a:defRPr>
            </a:lvl1pPr>
            <a:lvl2pPr>
              <a:defRPr sz="2325" b="1">
                <a:solidFill>
                  <a:srgbClr val="143247"/>
                </a:solidFill>
                <a:latin typeface="Arial"/>
                <a:ea typeface="Arial"/>
                <a:cs typeface="Arial"/>
              </a:defRPr>
            </a:lvl2pPr>
            <a:lvl3pPr>
              <a:defRPr sz="2325" b="1">
                <a:solidFill>
                  <a:srgbClr val="143247"/>
                </a:solidFill>
                <a:latin typeface="Arial"/>
                <a:ea typeface="Arial"/>
                <a:cs typeface="Arial"/>
              </a:defRPr>
            </a:lvl3pPr>
            <a:lvl4pPr>
              <a:defRPr sz="2325" b="1">
                <a:solidFill>
                  <a:srgbClr val="143247"/>
                </a:solidFill>
                <a:latin typeface="Arial"/>
                <a:ea typeface="Arial"/>
                <a:cs typeface="Arial"/>
              </a:defRPr>
            </a:lvl4pPr>
            <a:lvl5pPr>
              <a:defRPr sz="2325" b="1">
                <a:solidFill>
                  <a:srgbClr val="143247"/>
                </a:solidFill>
                <a:latin typeface="Arial"/>
                <a:ea typeface="Arial"/>
                <a:cs typeface="Arial"/>
              </a:defRPr>
            </a:lvl5pPr>
            <a:lvl6pPr>
              <a:defRPr sz="2325" b="1">
                <a:solidFill>
                  <a:srgbClr val="143247"/>
                </a:solidFill>
                <a:latin typeface="Arial"/>
                <a:ea typeface="Arial"/>
                <a:cs typeface="Arial"/>
              </a:defRPr>
            </a:lvl6pPr>
            <a:lvl7pPr>
              <a:defRPr sz="2325" b="1">
                <a:solidFill>
                  <a:srgbClr val="143247"/>
                </a:solidFill>
                <a:latin typeface="Arial"/>
                <a:ea typeface="Arial"/>
                <a:cs typeface="Arial"/>
              </a:defRPr>
            </a:lvl7pPr>
            <a:lvl8pPr>
              <a:defRPr sz="2325" b="1">
                <a:solidFill>
                  <a:srgbClr val="143247"/>
                </a:solidFill>
                <a:latin typeface="Arial"/>
                <a:ea typeface="Arial"/>
                <a:cs typeface="Arial"/>
              </a:defRPr>
            </a:lvl8pPr>
            <a:lvl9pPr>
              <a:defRPr sz="2325" b="1">
                <a:solidFill>
                  <a:srgbClr val="143247"/>
                </a:solidFill>
                <a:latin typeface="Arial"/>
                <a:ea typeface="Arial"/>
                <a:cs typeface="Arial"/>
              </a:defRPr>
            </a:lvl9pPr>
          </a:lstStyle>
          <a:p xmlns:a="http://schemas.openxmlformats.org/drawingml/2006/main">
            <a:pPr>
              <a:defRPr sz="2325" b="1">
                <a:solidFill>
                  <a:srgbClr val="143247"/>
                </a:solidFill>
                <a:latin typeface="Arial"/>
                <a:ea typeface="Arial"/>
                <a:cs typeface="Arial"/>
              </a:defRPr>
            </a:pPr>
            <a:r>
              <a:rPr sz="2325" b="1">
                <a:solidFill>
                  <a:srgbClr val="143247"/>
                </a:solidFill>
                <a:latin typeface="Arial"/>
                <a:ea typeface="Arial"/>
                <a:cs typeface="Arial"/>
              </a:rPr>
              <a:t>User</a:t>
            </a:r>
          </a:p>
        </p:txBody>
      </p:sp>
      <p:sp>
        <p:nvSpPr>
          <p:cNvPr id="14" name="">
            <a:extLst xmlns:a="http://schemas.openxmlformats.org/drawingml/2006/main">
              <a:ext uri="{FF2B5EF4-FFF2-40B4-BE49-F238E27FC236}">
                <a16:creationId xmlns:a16="http://schemas.microsoft.com/office/drawing/2014/main" id="{58723493-0B0E-4CED-B15C-261C9B6B66DF}"/>
              </a:ext>
            </a:extLst>
          </p:cNvPr>
          <p:cNvSpPr>
            <a:spLocks xmlns:a="http://schemas.openxmlformats.org/drawingml/2006/main" noGrp="1"/>
          </p:cNvSpPr>
          <p:nvPr/>
        </p:nvSpPr>
        <p:spPr>
          <a:xfrm xmlns:a="http://schemas.openxmlformats.org/drawingml/2006/main">
            <a:off x="3324225" y="23241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087F8C"/>
                </a:solidFill>
                <a:latin typeface="Arial"/>
                <a:ea typeface="Arial"/>
                <a:cs typeface="Arial"/>
              </a:defRPr>
            </a:defPPr>
            <a:lvl1pPr>
              <a:defRPr sz="2850" b="1">
                <a:solidFill>
                  <a:srgbClr val="087F8C"/>
                </a:solidFill>
                <a:latin typeface="Arial"/>
                <a:ea typeface="Arial"/>
                <a:cs typeface="Arial"/>
              </a:defRPr>
            </a:lvl1pPr>
            <a:lvl2pPr>
              <a:defRPr sz="2850" b="1">
                <a:solidFill>
                  <a:srgbClr val="087F8C"/>
                </a:solidFill>
                <a:latin typeface="Arial"/>
                <a:ea typeface="Arial"/>
                <a:cs typeface="Arial"/>
              </a:defRPr>
            </a:lvl2pPr>
            <a:lvl3pPr>
              <a:defRPr sz="2850" b="1">
                <a:solidFill>
                  <a:srgbClr val="087F8C"/>
                </a:solidFill>
                <a:latin typeface="Arial"/>
                <a:ea typeface="Arial"/>
                <a:cs typeface="Arial"/>
              </a:defRPr>
            </a:lvl3pPr>
            <a:lvl4pPr>
              <a:defRPr sz="2850" b="1">
                <a:solidFill>
                  <a:srgbClr val="087F8C"/>
                </a:solidFill>
                <a:latin typeface="Arial"/>
                <a:ea typeface="Arial"/>
                <a:cs typeface="Arial"/>
              </a:defRPr>
            </a:lvl4pPr>
            <a:lvl5pPr>
              <a:defRPr sz="2850" b="1">
                <a:solidFill>
                  <a:srgbClr val="087F8C"/>
                </a:solidFill>
                <a:latin typeface="Arial"/>
                <a:ea typeface="Arial"/>
                <a:cs typeface="Arial"/>
              </a:defRPr>
            </a:lvl5pPr>
            <a:lvl6pPr>
              <a:defRPr sz="2850" b="1">
                <a:solidFill>
                  <a:srgbClr val="087F8C"/>
                </a:solidFill>
                <a:latin typeface="Arial"/>
                <a:ea typeface="Arial"/>
                <a:cs typeface="Arial"/>
              </a:defRPr>
            </a:lvl6pPr>
            <a:lvl7pPr>
              <a:defRPr sz="2850" b="1">
                <a:solidFill>
                  <a:srgbClr val="087F8C"/>
                </a:solidFill>
                <a:latin typeface="Arial"/>
                <a:ea typeface="Arial"/>
                <a:cs typeface="Arial"/>
              </a:defRPr>
            </a:lvl7pPr>
            <a:lvl8pPr>
              <a:defRPr sz="2850" b="1">
                <a:solidFill>
                  <a:srgbClr val="087F8C"/>
                </a:solidFill>
                <a:latin typeface="Arial"/>
                <a:ea typeface="Arial"/>
                <a:cs typeface="Arial"/>
              </a:defRPr>
            </a:lvl8pPr>
            <a:lvl9pPr>
              <a:defRPr sz="2850" b="1">
                <a:solidFill>
                  <a:srgbClr val="087F8C"/>
                </a:solidFill>
                <a:latin typeface="Arial"/>
                <a:ea typeface="Arial"/>
                <a:cs typeface="Arial"/>
              </a:defRPr>
            </a:lvl9pPr>
          </a:lstStyle>
          <a:p xmlns:a="http://schemas.openxmlformats.org/drawingml/2006/main">
            <a:pPr>
              <a:defRPr sz="2850" b="1">
                <a:solidFill>
                  <a:srgbClr val="087F8C"/>
                </a:solidFill>
                <a:latin typeface="Arial"/>
                <a:ea typeface="Arial"/>
                <a:cs typeface="Arial"/>
              </a:defRPr>
            </a:pPr>
            <a:r>
              <a:rPr sz="2850" b="1">
                <a:solidFill>
                  <a:srgbClr val="087F8C"/>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D6C2F688-2364-4CD1-9ED4-31875CE44602}"/>
              </a:ext>
            </a:extLst>
          </p:cNvPr>
          <p:cNvSpPr>
            <a:spLocks xmlns:a="http://schemas.openxmlformats.org/drawingml/2006/main" noGrp="1"/>
          </p:cNvSpPr>
          <p:nvPr/>
        </p:nvSpPr>
        <p:spPr>
          <a:xfrm xmlns:a="http://schemas.openxmlformats.org/drawingml/2006/main">
            <a:off x="7877175" y="23241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087F8C"/>
                </a:solidFill>
                <a:latin typeface="Arial"/>
                <a:ea typeface="Arial"/>
                <a:cs typeface="Arial"/>
              </a:defRPr>
            </a:defPPr>
            <a:lvl1pPr>
              <a:defRPr sz="2850" b="1">
                <a:solidFill>
                  <a:srgbClr val="087F8C"/>
                </a:solidFill>
                <a:latin typeface="Arial"/>
                <a:ea typeface="Arial"/>
                <a:cs typeface="Arial"/>
              </a:defRPr>
            </a:lvl1pPr>
            <a:lvl2pPr>
              <a:defRPr sz="2850" b="1">
                <a:solidFill>
                  <a:srgbClr val="087F8C"/>
                </a:solidFill>
                <a:latin typeface="Arial"/>
                <a:ea typeface="Arial"/>
                <a:cs typeface="Arial"/>
              </a:defRPr>
            </a:lvl2pPr>
            <a:lvl3pPr>
              <a:defRPr sz="2850" b="1">
                <a:solidFill>
                  <a:srgbClr val="087F8C"/>
                </a:solidFill>
                <a:latin typeface="Arial"/>
                <a:ea typeface="Arial"/>
                <a:cs typeface="Arial"/>
              </a:defRPr>
            </a:lvl3pPr>
            <a:lvl4pPr>
              <a:defRPr sz="2850" b="1">
                <a:solidFill>
                  <a:srgbClr val="087F8C"/>
                </a:solidFill>
                <a:latin typeface="Arial"/>
                <a:ea typeface="Arial"/>
                <a:cs typeface="Arial"/>
              </a:defRPr>
            </a:lvl4pPr>
            <a:lvl5pPr>
              <a:defRPr sz="2850" b="1">
                <a:solidFill>
                  <a:srgbClr val="087F8C"/>
                </a:solidFill>
                <a:latin typeface="Arial"/>
                <a:ea typeface="Arial"/>
                <a:cs typeface="Arial"/>
              </a:defRPr>
            </a:lvl5pPr>
            <a:lvl6pPr>
              <a:defRPr sz="2850" b="1">
                <a:solidFill>
                  <a:srgbClr val="087F8C"/>
                </a:solidFill>
                <a:latin typeface="Arial"/>
                <a:ea typeface="Arial"/>
                <a:cs typeface="Arial"/>
              </a:defRPr>
            </a:lvl6pPr>
            <a:lvl7pPr>
              <a:defRPr sz="2850" b="1">
                <a:solidFill>
                  <a:srgbClr val="087F8C"/>
                </a:solidFill>
                <a:latin typeface="Arial"/>
                <a:ea typeface="Arial"/>
                <a:cs typeface="Arial"/>
              </a:defRPr>
            </a:lvl7pPr>
            <a:lvl8pPr>
              <a:defRPr sz="2850" b="1">
                <a:solidFill>
                  <a:srgbClr val="087F8C"/>
                </a:solidFill>
                <a:latin typeface="Arial"/>
                <a:ea typeface="Arial"/>
                <a:cs typeface="Arial"/>
              </a:defRPr>
            </a:lvl8pPr>
            <a:lvl9pPr>
              <a:defRPr sz="2850" b="1">
                <a:solidFill>
                  <a:srgbClr val="087F8C"/>
                </a:solidFill>
                <a:latin typeface="Arial"/>
                <a:ea typeface="Arial"/>
                <a:cs typeface="Arial"/>
              </a:defRPr>
            </a:lvl9pPr>
          </a:lstStyle>
          <a:p xmlns:a="http://schemas.openxmlformats.org/drawingml/2006/main">
            <a:pPr>
              <a:defRPr sz="2850" b="1">
                <a:solidFill>
                  <a:srgbClr val="087F8C"/>
                </a:solidFill>
                <a:latin typeface="Arial"/>
                <a:ea typeface="Arial"/>
                <a:cs typeface="Arial"/>
              </a:defRPr>
            </a:pPr>
            <a:r>
              <a:rPr sz="2850" b="1">
                <a:solidFill>
                  <a:srgbClr val="087F8C"/>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3D538C2A-3050-457E-8456-62CA952D19C0}"/>
              </a:ext>
            </a:extLst>
          </p:cNvPr>
          <p:cNvSpPr>
            <a:spLocks xmlns:a="http://schemas.openxmlformats.org/drawingml/2006/main" noGrp="1"/>
          </p:cNvSpPr>
          <p:nvPr/>
        </p:nvSpPr>
        <p:spPr>
          <a:xfrm xmlns:a="http://schemas.openxmlformats.org/drawingml/2006/main">
            <a:off x="5219700" y="33147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087F8C"/>
                </a:solidFill>
                <a:latin typeface="Arial"/>
                <a:ea typeface="Arial"/>
                <a:cs typeface="Arial"/>
              </a:defRPr>
            </a:defPPr>
            <a:lvl1pPr>
              <a:defRPr sz="2850" b="1">
                <a:solidFill>
                  <a:srgbClr val="087F8C"/>
                </a:solidFill>
                <a:latin typeface="Arial"/>
                <a:ea typeface="Arial"/>
                <a:cs typeface="Arial"/>
              </a:defRPr>
            </a:lvl1pPr>
            <a:lvl2pPr>
              <a:defRPr sz="2850" b="1">
                <a:solidFill>
                  <a:srgbClr val="087F8C"/>
                </a:solidFill>
                <a:latin typeface="Arial"/>
                <a:ea typeface="Arial"/>
                <a:cs typeface="Arial"/>
              </a:defRPr>
            </a:lvl2pPr>
            <a:lvl3pPr>
              <a:defRPr sz="2850" b="1">
                <a:solidFill>
                  <a:srgbClr val="087F8C"/>
                </a:solidFill>
                <a:latin typeface="Arial"/>
                <a:ea typeface="Arial"/>
                <a:cs typeface="Arial"/>
              </a:defRPr>
            </a:lvl3pPr>
            <a:lvl4pPr>
              <a:defRPr sz="2850" b="1">
                <a:solidFill>
                  <a:srgbClr val="087F8C"/>
                </a:solidFill>
                <a:latin typeface="Arial"/>
                <a:ea typeface="Arial"/>
                <a:cs typeface="Arial"/>
              </a:defRPr>
            </a:lvl4pPr>
            <a:lvl5pPr>
              <a:defRPr sz="2850" b="1">
                <a:solidFill>
                  <a:srgbClr val="087F8C"/>
                </a:solidFill>
                <a:latin typeface="Arial"/>
                <a:ea typeface="Arial"/>
                <a:cs typeface="Arial"/>
              </a:defRPr>
            </a:lvl5pPr>
            <a:lvl6pPr>
              <a:defRPr sz="2850" b="1">
                <a:solidFill>
                  <a:srgbClr val="087F8C"/>
                </a:solidFill>
                <a:latin typeface="Arial"/>
                <a:ea typeface="Arial"/>
                <a:cs typeface="Arial"/>
              </a:defRPr>
            </a:lvl6pPr>
            <a:lvl7pPr>
              <a:defRPr sz="2850" b="1">
                <a:solidFill>
                  <a:srgbClr val="087F8C"/>
                </a:solidFill>
                <a:latin typeface="Arial"/>
                <a:ea typeface="Arial"/>
                <a:cs typeface="Arial"/>
              </a:defRPr>
            </a:lvl7pPr>
            <a:lvl8pPr>
              <a:defRPr sz="2850" b="1">
                <a:solidFill>
                  <a:srgbClr val="087F8C"/>
                </a:solidFill>
                <a:latin typeface="Arial"/>
                <a:ea typeface="Arial"/>
                <a:cs typeface="Arial"/>
              </a:defRPr>
            </a:lvl8pPr>
            <a:lvl9pPr>
              <a:defRPr sz="2850" b="1">
                <a:solidFill>
                  <a:srgbClr val="087F8C"/>
                </a:solidFill>
                <a:latin typeface="Arial"/>
                <a:ea typeface="Arial"/>
                <a:cs typeface="Arial"/>
              </a:defRPr>
            </a:lvl9pPr>
          </a:lstStyle>
          <a:p xmlns:a="http://schemas.openxmlformats.org/drawingml/2006/main">
            <a:pPr>
              <a:defRPr sz="2850" b="1">
                <a:solidFill>
                  <a:srgbClr val="087F8C"/>
                </a:solidFill>
                <a:latin typeface="Arial"/>
                <a:ea typeface="Arial"/>
                <a:cs typeface="Arial"/>
              </a:defRPr>
            </a:pPr>
            <a:r>
              <a:rPr sz="2850" b="1">
                <a:solidFill>
                  <a:srgbClr val="087F8C"/>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C86387E4-5CFB-4AC2-A198-3DF9AB9BF62F}"/>
              </a:ext>
            </a:extLst>
          </p:cNvPr>
          <p:cNvSpPr>
            <a:spLocks xmlns:a="http://schemas.openxmlformats.org/drawingml/2006/main" noGrp="1"/>
          </p:cNvSpPr>
          <p:nvPr/>
        </p:nvSpPr>
        <p:spPr>
          <a:xfrm xmlns:a="http://schemas.openxmlformats.org/drawingml/2006/main">
            <a:off x="7877175" y="44672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087F8C"/>
                </a:solidFill>
                <a:latin typeface="Arial"/>
                <a:ea typeface="Arial"/>
                <a:cs typeface="Arial"/>
              </a:defRPr>
            </a:defPPr>
            <a:lvl1pPr>
              <a:defRPr sz="2850" b="1">
                <a:solidFill>
                  <a:srgbClr val="087F8C"/>
                </a:solidFill>
                <a:latin typeface="Arial"/>
                <a:ea typeface="Arial"/>
                <a:cs typeface="Arial"/>
              </a:defRPr>
            </a:lvl1pPr>
            <a:lvl2pPr>
              <a:defRPr sz="2850" b="1">
                <a:solidFill>
                  <a:srgbClr val="087F8C"/>
                </a:solidFill>
                <a:latin typeface="Arial"/>
                <a:ea typeface="Arial"/>
                <a:cs typeface="Arial"/>
              </a:defRPr>
            </a:lvl2pPr>
            <a:lvl3pPr>
              <a:defRPr sz="2850" b="1">
                <a:solidFill>
                  <a:srgbClr val="087F8C"/>
                </a:solidFill>
                <a:latin typeface="Arial"/>
                <a:ea typeface="Arial"/>
                <a:cs typeface="Arial"/>
              </a:defRPr>
            </a:lvl3pPr>
            <a:lvl4pPr>
              <a:defRPr sz="2850" b="1">
                <a:solidFill>
                  <a:srgbClr val="087F8C"/>
                </a:solidFill>
                <a:latin typeface="Arial"/>
                <a:ea typeface="Arial"/>
                <a:cs typeface="Arial"/>
              </a:defRPr>
            </a:lvl4pPr>
            <a:lvl5pPr>
              <a:defRPr sz="2850" b="1">
                <a:solidFill>
                  <a:srgbClr val="087F8C"/>
                </a:solidFill>
                <a:latin typeface="Arial"/>
                <a:ea typeface="Arial"/>
                <a:cs typeface="Arial"/>
              </a:defRPr>
            </a:lvl5pPr>
            <a:lvl6pPr>
              <a:defRPr sz="2850" b="1">
                <a:solidFill>
                  <a:srgbClr val="087F8C"/>
                </a:solidFill>
                <a:latin typeface="Arial"/>
                <a:ea typeface="Arial"/>
                <a:cs typeface="Arial"/>
              </a:defRPr>
            </a:lvl6pPr>
            <a:lvl7pPr>
              <a:defRPr sz="2850" b="1">
                <a:solidFill>
                  <a:srgbClr val="087F8C"/>
                </a:solidFill>
                <a:latin typeface="Arial"/>
                <a:ea typeface="Arial"/>
                <a:cs typeface="Arial"/>
              </a:defRPr>
            </a:lvl7pPr>
            <a:lvl8pPr>
              <a:defRPr sz="2850" b="1">
                <a:solidFill>
                  <a:srgbClr val="087F8C"/>
                </a:solidFill>
                <a:latin typeface="Arial"/>
                <a:ea typeface="Arial"/>
                <a:cs typeface="Arial"/>
              </a:defRPr>
            </a:lvl8pPr>
            <a:lvl9pPr>
              <a:defRPr sz="2850" b="1">
                <a:solidFill>
                  <a:srgbClr val="087F8C"/>
                </a:solidFill>
                <a:latin typeface="Arial"/>
                <a:ea typeface="Arial"/>
                <a:cs typeface="Arial"/>
              </a:defRPr>
            </a:lvl9pPr>
          </a:lstStyle>
          <a:p xmlns:a="http://schemas.openxmlformats.org/drawingml/2006/main">
            <a:pPr>
              <a:defRPr sz="2850" b="1">
                <a:solidFill>
                  <a:srgbClr val="087F8C"/>
                </a:solidFill>
                <a:latin typeface="Arial"/>
                <a:ea typeface="Arial"/>
                <a:cs typeface="Arial"/>
              </a:defRPr>
            </a:pPr>
            <a:r>
              <a:rPr sz="2850" b="1">
                <a:solidFill>
                  <a:srgbClr val="087F8C"/>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2266CD7A-8C0B-422D-A0AE-3B1DAE55A9DC}"/>
              </a:ext>
            </a:extLst>
          </p:cNvPr>
          <p:cNvSpPr>
            <a:spLocks xmlns:a="http://schemas.openxmlformats.org/drawingml/2006/main" noGrp="1"/>
          </p:cNvSpPr>
          <p:nvPr/>
        </p:nvSpPr>
        <p:spPr>
          <a:xfrm xmlns:a="http://schemas.openxmlformats.org/drawingml/2006/main">
            <a:off x="2667000" y="31051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978"/>
                </a:solidFill>
                <a:latin typeface="Arial"/>
                <a:ea typeface="Arial"/>
                <a:cs typeface="Arial"/>
              </a:defRPr>
            </a:defPPr>
            <a:lvl1pPr>
              <a:defRPr sz="1575" b="0">
                <a:solidFill>
                  <a:srgbClr val="526978"/>
                </a:solidFill>
                <a:latin typeface="Arial"/>
                <a:ea typeface="Arial"/>
                <a:cs typeface="Arial"/>
              </a:defRPr>
            </a:lvl1pPr>
            <a:lvl2pPr>
              <a:defRPr sz="1575" b="0">
                <a:solidFill>
                  <a:srgbClr val="526978"/>
                </a:solidFill>
                <a:latin typeface="Arial"/>
                <a:ea typeface="Arial"/>
                <a:cs typeface="Arial"/>
              </a:defRPr>
            </a:lvl2pPr>
            <a:lvl3pPr>
              <a:defRPr sz="1575" b="0">
                <a:solidFill>
                  <a:srgbClr val="526978"/>
                </a:solidFill>
                <a:latin typeface="Arial"/>
                <a:ea typeface="Arial"/>
                <a:cs typeface="Arial"/>
              </a:defRPr>
            </a:lvl3pPr>
            <a:lvl4pPr>
              <a:defRPr sz="1575" b="0">
                <a:solidFill>
                  <a:srgbClr val="526978"/>
                </a:solidFill>
                <a:latin typeface="Arial"/>
                <a:ea typeface="Arial"/>
                <a:cs typeface="Arial"/>
              </a:defRPr>
            </a:lvl4pPr>
            <a:lvl5pPr>
              <a:defRPr sz="1575" b="0">
                <a:solidFill>
                  <a:srgbClr val="526978"/>
                </a:solidFill>
                <a:latin typeface="Arial"/>
                <a:ea typeface="Arial"/>
                <a:cs typeface="Arial"/>
              </a:defRPr>
            </a:lvl5pPr>
            <a:lvl6pPr>
              <a:defRPr sz="1575" b="0">
                <a:solidFill>
                  <a:srgbClr val="526978"/>
                </a:solidFill>
                <a:latin typeface="Arial"/>
                <a:ea typeface="Arial"/>
                <a:cs typeface="Arial"/>
              </a:defRPr>
            </a:lvl6pPr>
            <a:lvl7pPr>
              <a:defRPr sz="1575" b="0">
                <a:solidFill>
                  <a:srgbClr val="526978"/>
                </a:solidFill>
                <a:latin typeface="Arial"/>
                <a:ea typeface="Arial"/>
                <a:cs typeface="Arial"/>
              </a:defRPr>
            </a:lvl7pPr>
            <a:lvl8pPr>
              <a:defRPr sz="1575" b="0">
                <a:solidFill>
                  <a:srgbClr val="526978"/>
                </a:solidFill>
                <a:latin typeface="Arial"/>
                <a:ea typeface="Arial"/>
                <a:cs typeface="Arial"/>
              </a:defRPr>
            </a:lvl8pPr>
            <a:lvl9pPr>
              <a:defRPr sz="1575" b="0">
                <a:solidFill>
                  <a:srgbClr val="526978"/>
                </a:solidFill>
                <a:latin typeface="Arial"/>
                <a:ea typeface="Arial"/>
                <a:cs typeface="Arial"/>
              </a:defRPr>
            </a:lvl9pPr>
          </a:lstStyle>
          <a:p xmlns:a="http://schemas.openxmlformats.org/drawingml/2006/main">
            <a:pPr>
              <a:defRPr sz="1575" b="0">
                <a:solidFill>
                  <a:srgbClr val="526978"/>
                </a:solidFill>
                <a:latin typeface="Arial"/>
                <a:ea typeface="Arial"/>
                <a:cs typeface="Arial"/>
              </a:defRPr>
            </a:pPr>
            <a:r>
              <a:rPr sz="1575" b="0">
                <a:solidFill>
                  <a:srgbClr val="526978"/>
                </a:solidFill>
                <a:latin typeface="Arial"/>
                <a:ea typeface="Arial"/>
                <a:cs typeface="Arial"/>
              </a:rPr>
              <a:t>asset</a:t>
            </a:r>
          </a:p>
        </p:txBody>
      </p:sp>
      <p:sp>
        <p:nvSpPr>
          <p:cNvPr id="19" name="">
            <a:extLst xmlns:a="http://schemas.openxmlformats.org/drawingml/2006/main">
              <a:ext uri="{FF2B5EF4-FFF2-40B4-BE49-F238E27FC236}">
                <a16:creationId xmlns:a16="http://schemas.microsoft.com/office/drawing/2014/main" id="{88C0B7E0-4BDB-4BF4-B8A9-53170758F9BB}"/>
              </a:ext>
            </a:extLst>
          </p:cNvPr>
          <p:cNvSpPr>
            <a:spLocks xmlns:a="http://schemas.openxmlformats.org/drawingml/2006/main" noGrp="1"/>
          </p:cNvSpPr>
          <p:nvPr/>
        </p:nvSpPr>
        <p:spPr>
          <a:xfrm xmlns:a="http://schemas.openxmlformats.org/drawingml/2006/main">
            <a:off x="7058025" y="31051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978"/>
                </a:solidFill>
                <a:latin typeface="Arial"/>
                <a:ea typeface="Arial"/>
                <a:cs typeface="Arial"/>
              </a:defRPr>
            </a:defPPr>
            <a:lvl1pPr>
              <a:defRPr sz="1575" b="0">
                <a:solidFill>
                  <a:srgbClr val="526978"/>
                </a:solidFill>
                <a:latin typeface="Arial"/>
                <a:ea typeface="Arial"/>
                <a:cs typeface="Arial"/>
              </a:defRPr>
            </a:lvl1pPr>
            <a:lvl2pPr>
              <a:defRPr sz="1575" b="0">
                <a:solidFill>
                  <a:srgbClr val="526978"/>
                </a:solidFill>
                <a:latin typeface="Arial"/>
                <a:ea typeface="Arial"/>
                <a:cs typeface="Arial"/>
              </a:defRPr>
            </a:lvl2pPr>
            <a:lvl3pPr>
              <a:defRPr sz="1575" b="0">
                <a:solidFill>
                  <a:srgbClr val="526978"/>
                </a:solidFill>
                <a:latin typeface="Arial"/>
                <a:ea typeface="Arial"/>
                <a:cs typeface="Arial"/>
              </a:defRPr>
            </a:lvl3pPr>
            <a:lvl4pPr>
              <a:defRPr sz="1575" b="0">
                <a:solidFill>
                  <a:srgbClr val="526978"/>
                </a:solidFill>
                <a:latin typeface="Arial"/>
                <a:ea typeface="Arial"/>
                <a:cs typeface="Arial"/>
              </a:defRPr>
            </a:lvl4pPr>
            <a:lvl5pPr>
              <a:defRPr sz="1575" b="0">
                <a:solidFill>
                  <a:srgbClr val="526978"/>
                </a:solidFill>
                <a:latin typeface="Arial"/>
                <a:ea typeface="Arial"/>
                <a:cs typeface="Arial"/>
              </a:defRPr>
            </a:lvl5pPr>
            <a:lvl6pPr>
              <a:defRPr sz="1575" b="0">
                <a:solidFill>
                  <a:srgbClr val="526978"/>
                </a:solidFill>
                <a:latin typeface="Arial"/>
                <a:ea typeface="Arial"/>
                <a:cs typeface="Arial"/>
              </a:defRPr>
            </a:lvl6pPr>
            <a:lvl7pPr>
              <a:defRPr sz="1575" b="0">
                <a:solidFill>
                  <a:srgbClr val="526978"/>
                </a:solidFill>
                <a:latin typeface="Arial"/>
                <a:ea typeface="Arial"/>
                <a:cs typeface="Arial"/>
              </a:defRPr>
            </a:lvl7pPr>
            <a:lvl8pPr>
              <a:defRPr sz="1575" b="0">
                <a:solidFill>
                  <a:srgbClr val="526978"/>
                </a:solidFill>
                <a:latin typeface="Arial"/>
                <a:ea typeface="Arial"/>
                <a:cs typeface="Arial"/>
              </a:defRPr>
            </a:lvl8pPr>
            <a:lvl9pPr>
              <a:defRPr sz="1575" b="0">
                <a:solidFill>
                  <a:srgbClr val="526978"/>
                </a:solidFill>
                <a:latin typeface="Arial"/>
                <a:ea typeface="Arial"/>
                <a:cs typeface="Arial"/>
              </a:defRPr>
            </a:lvl9pPr>
          </a:lstStyle>
          <a:p xmlns:a="http://schemas.openxmlformats.org/drawingml/2006/main">
            <a:pPr>
              <a:defRPr sz="1575" b="0">
                <a:solidFill>
                  <a:srgbClr val="526978"/>
                </a:solidFill>
                <a:latin typeface="Arial"/>
                <a:ea typeface="Arial"/>
                <a:cs typeface="Arial"/>
              </a:defRPr>
            </a:pPr>
            <a:r>
              <a:rPr sz="1575" b="0">
                <a:solidFill>
                  <a:srgbClr val="526978"/>
                </a:solidFill>
                <a:latin typeface="Arial"/>
                <a:ea typeface="Arial"/>
                <a:cs typeface="Arial"/>
              </a:rPr>
              <a:t>reporter</a:t>
            </a:r>
          </a:p>
        </p:txBody>
      </p:sp>
      <p:sp>
        <p:nvSpPr>
          <p:cNvPr id="20" name="">
            <a:extLst xmlns:a="http://schemas.openxmlformats.org/drawingml/2006/main">
              <a:ext uri="{FF2B5EF4-FFF2-40B4-BE49-F238E27FC236}">
                <a16:creationId xmlns:a16="http://schemas.microsoft.com/office/drawing/2014/main" id="{5A8C8513-DB95-4B16-9E2E-91576696BE1E}"/>
              </a:ext>
            </a:extLst>
          </p:cNvPr>
          <p:cNvSpPr>
            <a:spLocks xmlns:a="http://schemas.openxmlformats.org/drawingml/2006/main" noGrp="1"/>
          </p:cNvSpPr>
          <p:nvPr/>
        </p:nvSpPr>
        <p:spPr>
          <a:xfrm xmlns:a="http://schemas.openxmlformats.org/drawingml/2006/main">
            <a:off x="6981825" y="524827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978"/>
                </a:solidFill>
                <a:latin typeface="Arial"/>
                <a:ea typeface="Arial"/>
                <a:cs typeface="Arial"/>
              </a:defRPr>
            </a:defPPr>
            <a:lvl1pPr>
              <a:defRPr sz="1575" b="0">
                <a:solidFill>
                  <a:srgbClr val="526978"/>
                </a:solidFill>
                <a:latin typeface="Arial"/>
                <a:ea typeface="Arial"/>
                <a:cs typeface="Arial"/>
              </a:defRPr>
            </a:lvl1pPr>
            <a:lvl2pPr>
              <a:defRPr sz="1575" b="0">
                <a:solidFill>
                  <a:srgbClr val="526978"/>
                </a:solidFill>
                <a:latin typeface="Arial"/>
                <a:ea typeface="Arial"/>
                <a:cs typeface="Arial"/>
              </a:defRPr>
            </a:lvl2pPr>
            <a:lvl3pPr>
              <a:defRPr sz="1575" b="0">
                <a:solidFill>
                  <a:srgbClr val="526978"/>
                </a:solidFill>
                <a:latin typeface="Arial"/>
                <a:ea typeface="Arial"/>
                <a:cs typeface="Arial"/>
              </a:defRPr>
            </a:lvl3pPr>
            <a:lvl4pPr>
              <a:defRPr sz="1575" b="0">
                <a:solidFill>
                  <a:srgbClr val="526978"/>
                </a:solidFill>
                <a:latin typeface="Arial"/>
                <a:ea typeface="Arial"/>
                <a:cs typeface="Arial"/>
              </a:defRPr>
            </a:lvl4pPr>
            <a:lvl5pPr>
              <a:defRPr sz="1575" b="0">
                <a:solidFill>
                  <a:srgbClr val="526978"/>
                </a:solidFill>
                <a:latin typeface="Arial"/>
                <a:ea typeface="Arial"/>
                <a:cs typeface="Arial"/>
              </a:defRPr>
            </a:lvl5pPr>
            <a:lvl6pPr>
              <a:defRPr sz="1575" b="0">
                <a:solidFill>
                  <a:srgbClr val="526978"/>
                </a:solidFill>
                <a:latin typeface="Arial"/>
                <a:ea typeface="Arial"/>
                <a:cs typeface="Arial"/>
              </a:defRPr>
            </a:lvl6pPr>
            <a:lvl7pPr>
              <a:defRPr sz="1575" b="0">
                <a:solidFill>
                  <a:srgbClr val="526978"/>
                </a:solidFill>
                <a:latin typeface="Arial"/>
                <a:ea typeface="Arial"/>
                <a:cs typeface="Arial"/>
              </a:defRPr>
            </a:lvl7pPr>
            <a:lvl8pPr>
              <a:defRPr sz="1575" b="0">
                <a:solidFill>
                  <a:srgbClr val="526978"/>
                </a:solidFill>
                <a:latin typeface="Arial"/>
                <a:ea typeface="Arial"/>
                <a:cs typeface="Arial"/>
              </a:defRPr>
            </a:lvl8pPr>
            <a:lvl9pPr>
              <a:defRPr sz="1575" b="0">
                <a:solidFill>
                  <a:srgbClr val="526978"/>
                </a:solidFill>
                <a:latin typeface="Arial"/>
                <a:ea typeface="Arial"/>
                <a:cs typeface="Arial"/>
              </a:defRPr>
            </a:lvl9pPr>
          </a:lstStyle>
          <a:p xmlns:a="http://schemas.openxmlformats.org/drawingml/2006/main">
            <a:pPr>
              <a:defRPr sz="1575" b="0">
                <a:solidFill>
                  <a:srgbClr val="526978"/>
                </a:solidFill>
                <a:latin typeface="Arial"/>
                <a:ea typeface="Arial"/>
                <a:cs typeface="Arial"/>
              </a:defRPr>
            </a:pPr>
            <a:r>
              <a:rPr sz="1575" b="0">
                <a:solidFill>
                  <a:srgbClr val="526978"/>
                </a:solidFill>
                <a:latin typeface="Arial"/>
                <a:ea typeface="Arial"/>
                <a:cs typeface="Arial"/>
              </a:rPr>
              <a:t>technician</a:t>
            </a:r>
          </a:p>
        </p:txBody>
      </p:sp>
      <p:sp>
        <p:nvSpPr>
          <p:cNvPr id="21" name="">
            <a:extLst xmlns:a="http://schemas.openxmlformats.org/drawingml/2006/main">
              <a:ext uri="{FF2B5EF4-FFF2-40B4-BE49-F238E27FC236}">
                <a16:creationId xmlns:a16="http://schemas.microsoft.com/office/drawing/2014/main" id="{7F42AC29-1588-4D8C-AC13-994D78FB5DDB}"/>
              </a:ext>
            </a:extLst>
          </p:cNvPr>
          <p:cNvSpPr>
            <a:spLocks xmlns:a="http://schemas.openxmlformats.org/drawingml/2006/main" noGrp="1"/>
          </p:cNvSpPr>
          <p:nvPr/>
        </p:nvSpPr>
        <p:spPr>
          <a:xfrm xmlns:a="http://schemas.openxmlformats.org/drawingml/2006/main">
            <a:off x="5800725" y="344805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978"/>
                </a:solidFill>
                <a:latin typeface="Arial"/>
                <a:ea typeface="Arial"/>
                <a:cs typeface="Arial"/>
              </a:defRPr>
            </a:defPPr>
            <a:lvl1pPr>
              <a:defRPr sz="1575" b="0">
                <a:solidFill>
                  <a:srgbClr val="526978"/>
                </a:solidFill>
                <a:latin typeface="Arial"/>
                <a:ea typeface="Arial"/>
                <a:cs typeface="Arial"/>
              </a:defRPr>
            </a:lvl1pPr>
            <a:lvl2pPr>
              <a:defRPr sz="1575" b="0">
                <a:solidFill>
                  <a:srgbClr val="526978"/>
                </a:solidFill>
                <a:latin typeface="Arial"/>
                <a:ea typeface="Arial"/>
                <a:cs typeface="Arial"/>
              </a:defRPr>
            </a:lvl2pPr>
            <a:lvl3pPr>
              <a:defRPr sz="1575" b="0">
                <a:solidFill>
                  <a:srgbClr val="526978"/>
                </a:solidFill>
                <a:latin typeface="Arial"/>
                <a:ea typeface="Arial"/>
                <a:cs typeface="Arial"/>
              </a:defRPr>
            </a:lvl3pPr>
            <a:lvl4pPr>
              <a:defRPr sz="1575" b="0">
                <a:solidFill>
                  <a:srgbClr val="526978"/>
                </a:solidFill>
                <a:latin typeface="Arial"/>
                <a:ea typeface="Arial"/>
                <a:cs typeface="Arial"/>
              </a:defRPr>
            </a:lvl4pPr>
            <a:lvl5pPr>
              <a:defRPr sz="1575" b="0">
                <a:solidFill>
                  <a:srgbClr val="526978"/>
                </a:solidFill>
                <a:latin typeface="Arial"/>
                <a:ea typeface="Arial"/>
                <a:cs typeface="Arial"/>
              </a:defRPr>
            </a:lvl5pPr>
            <a:lvl6pPr>
              <a:defRPr sz="1575" b="0">
                <a:solidFill>
                  <a:srgbClr val="526978"/>
                </a:solidFill>
                <a:latin typeface="Arial"/>
                <a:ea typeface="Arial"/>
                <a:cs typeface="Arial"/>
              </a:defRPr>
            </a:lvl6pPr>
            <a:lvl7pPr>
              <a:defRPr sz="1575" b="0">
                <a:solidFill>
                  <a:srgbClr val="526978"/>
                </a:solidFill>
                <a:latin typeface="Arial"/>
                <a:ea typeface="Arial"/>
                <a:cs typeface="Arial"/>
              </a:defRPr>
            </a:lvl7pPr>
            <a:lvl8pPr>
              <a:defRPr sz="1575" b="0">
                <a:solidFill>
                  <a:srgbClr val="526978"/>
                </a:solidFill>
                <a:latin typeface="Arial"/>
                <a:ea typeface="Arial"/>
                <a:cs typeface="Arial"/>
              </a:defRPr>
            </a:lvl8pPr>
            <a:lvl9pPr>
              <a:defRPr sz="1575" b="0">
                <a:solidFill>
                  <a:srgbClr val="526978"/>
                </a:solidFill>
                <a:latin typeface="Arial"/>
                <a:ea typeface="Arial"/>
                <a:cs typeface="Arial"/>
              </a:defRPr>
            </a:lvl9pPr>
          </a:lstStyle>
          <a:p xmlns:a="http://schemas.openxmlformats.org/drawingml/2006/main">
            <a:pPr>
              <a:defRPr sz="1575" b="0">
                <a:solidFill>
                  <a:srgbClr val="526978"/>
                </a:solidFill>
                <a:latin typeface="Arial"/>
                <a:ea typeface="Arial"/>
                <a:cs typeface="Arial"/>
              </a:defRPr>
            </a:pPr>
            <a:r>
              <a:rPr sz="1575" b="0">
                <a:solidFill>
                  <a:srgbClr val="526978"/>
                </a:solidFill>
                <a:latin typeface="Arial"/>
                <a:ea typeface="Arial"/>
                <a:cs typeface="Arial"/>
              </a:rPr>
              <a:t>complaint</a:t>
            </a:r>
          </a:p>
        </p:txBody>
      </p:sp>
      <p:sp>
        <p:nvSpPr>
          <p:cNvPr id="22" name="">
            <a:extLst xmlns:a="http://schemas.openxmlformats.org/drawingml/2006/main">
              <a:ext uri="{FF2B5EF4-FFF2-40B4-BE49-F238E27FC236}">
                <a16:creationId xmlns:a16="http://schemas.microsoft.com/office/drawing/2014/main" id="{2B7EF285-8B5B-43D2-847D-06F4D9078140}"/>
              </a:ext>
            </a:extLst>
          </p:cNvPr>
          <p:cNvSpPr>
            <a:spLocks xmlns:a="http://schemas.openxmlformats.org/drawingml/2006/main" noGrp="1"/>
          </p:cNvSpPr>
          <p:nvPr/>
        </p:nvSpPr>
        <p:spPr>
          <a:xfrm xmlns:a="http://schemas.openxmlformats.org/drawingml/2006/main">
            <a:off x="609600" y="59817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3247"/>
                </a:solidFill>
                <a:latin typeface="Arial"/>
                <a:ea typeface="Arial"/>
                <a:cs typeface="Arial"/>
              </a:defRPr>
            </a:defPPr>
            <a:lvl1pPr>
              <a:defRPr sz="1875" b="0">
                <a:solidFill>
                  <a:srgbClr val="143247"/>
                </a:solidFill>
                <a:latin typeface="Arial"/>
                <a:ea typeface="Arial"/>
                <a:cs typeface="Arial"/>
              </a:defRPr>
            </a:lvl1pPr>
            <a:lvl2pPr>
              <a:defRPr sz="1875" b="0">
                <a:solidFill>
                  <a:srgbClr val="143247"/>
                </a:solidFill>
                <a:latin typeface="Arial"/>
                <a:ea typeface="Arial"/>
                <a:cs typeface="Arial"/>
              </a:defRPr>
            </a:lvl2pPr>
            <a:lvl3pPr>
              <a:defRPr sz="1875" b="0">
                <a:solidFill>
                  <a:srgbClr val="143247"/>
                </a:solidFill>
                <a:latin typeface="Arial"/>
                <a:ea typeface="Arial"/>
                <a:cs typeface="Arial"/>
              </a:defRPr>
            </a:lvl3pPr>
            <a:lvl4pPr>
              <a:defRPr sz="1875" b="0">
                <a:solidFill>
                  <a:srgbClr val="143247"/>
                </a:solidFill>
                <a:latin typeface="Arial"/>
                <a:ea typeface="Arial"/>
                <a:cs typeface="Arial"/>
              </a:defRPr>
            </a:lvl4pPr>
            <a:lvl5pPr>
              <a:defRPr sz="1875" b="0">
                <a:solidFill>
                  <a:srgbClr val="143247"/>
                </a:solidFill>
                <a:latin typeface="Arial"/>
                <a:ea typeface="Arial"/>
                <a:cs typeface="Arial"/>
              </a:defRPr>
            </a:lvl5pPr>
            <a:lvl6pPr>
              <a:defRPr sz="1875" b="0">
                <a:solidFill>
                  <a:srgbClr val="143247"/>
                </a:solidFill>
                <a:latin typeface="Arial"/>
                <a:ea typeface="Arial"/>
                <a:cs typeface="Arial"/>
              </a:defRPr>
            </a:lvl6pPr>
            <a:lvl7pPr>
              <a:defRPr sz="1875" b="0">
                <a:solidFill>
                  <a:srgbClr val="143247"/>
                </a:solidFill>
                <a:latin typeface="Arial"/>
                <a:ea typeface="Arial"/>
                <a:cs typeface="Arial"/>
              </a:defRPr>
            </a:lvl7pPr>
            <a:lvl8pPr>
              <a:defRPr sz="1875" b="0">
                <a:solidFill>
                  <a:srgbClr val="143247"/>
                </a:solidFill>
                <a:latin typeface="Arial"/>
                <a:ea typeface="Arial"/>
                <a:cs typeface="Arial"/>
              </a:defRPr>
            </a:lvl8pPr>
            <a:lvl9pPr>
              <a:defRPr sz="1875" b="0">
                <a:solidFill>
                  <a:srgbClr val="143247"/>
                </a:solidFill>
                <a:latin typeface="Arial"/>
                <a:ea typeface="Arial"/>
                <a:cs typeface="Arial"/>
              </a:defRPr>
            </a:lvl9pPr>
          </a:lstStyle>
          <a:p xmlns:a="http://schemas.openxmlformats.org/drawingml/2006/main">
            <a:pPr>
              <a:defRPr sz="1875" b="0">
                <a:solidFill>
                  <a:srgbClr val="143247"/>
                </a:solidFill>
                <a:latin typeface="Arial"/>
                <a:ea typeface="Arial"/>
                <a:cs typeface="Arial"/>
              </a:defRPr>
            </a:pPr>
            <a:r>
              <a:rPr sz="1875" b="0">
                <a:solidFill>
                  <a:srgbClr val="143247"/>
                </a:solidFill>
                <a:latin typeface="Arial"/>
                <a:ea typeface="Arial"/>
                <a:cs typeface="Arial"/>
              </a:rPr>
              <a:t>Roles are UserRole enum values; all three roles use the User class.</a:t>
            </a:r>
          </a:p>
        </p:txBody>
      </p:sp>
    </p:spTree>
    <p:extLst>
      <p:ext uri="{BB962C8B-B14F-4D97-AF65-F5344CB8AC3E}">
        <p14:creationId xmlns:p14="http://schemas.microsoft.com/office/powerpoint/2010/main" val="68195747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C7BE37F-AB07-45F9-BACA-D28625882B33}"/>
              </a:ext>
            </a:extLst>
          </p:cNvPr>
          <p:cNvSpPr>
            <a:spLocks xmlns:a="http://schemas.openxmlformats.org/drawingml/2006/main" noGrp="1"/>
          </p:cNvSpPr>
          <p:nvPr/>
        </p:nvSpPr>
        <p:spPr>
          <a:xfrm xmlns:a="http://schemas.openxmlformats.org/drawingml/2006/main">
            <a:off x="609600" y="457200"/>
            <a:ext cx="523875"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DE88B08-444F-4169-A648-6787F023FE61}"/>
              </a:ext>
            </a:extLst>
          </p:cNvPr>
          <p:cNvSpPr>
            <a:spLocks xmlns:a="http://schemas.openxmlformats.org/drawingml/2006/main" noGrp="1"/>
          </p:cNvSpPr>
          <p:nvPr/>
        </p:nvSpPr>
        <p:spPr>
          <a:xfrm xmlns:a="http://schemas.openxmlformats.org/drawingml/2006/main">
            <a:off x="609600" y="7905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43247"/>
                </a:solidFill>
                <a:latin typeface="Arial"/>
                <a:ea typeface="Arial"/>
                <a:cs typeface="Arial"/>
              </a:defRPr>
            </a:defPPr>
            <a:lvl1pPr>
              <a:defRPr sz="3225" b="1">
                <a:solidFill>
                  <a:srgbClr val="143247"/>
                </a:solidFill>
                <a:latin typeface="Arial"/>
                <a:ea typeface="Arial"/>
                <a:cs typeface="Arial"/>
              </a:defRPr>
            </a:lvl1pPr>
            <a:lvl2pPr>
              <a:defRPr sz="3225" b="1">
                <a:solidFill>
                  <a:srgbClr val="143247"/>
                </a:solidFill>
                <a:latin typeface="Arial"/>
                <a:ea typeface="Arial"/>
                <a:cs typeface="Arial"/>
              </a:defRPr>
            </a:lvl2pPr>
            <a:lvl3pPr>
              <a:defRPr sz="3225" b="1">
                <a:solidFill>
                  <a:srgbClr val="143247"/>
                </a:solidFill>
                <a:latin typeface="Arial"/>
                <a:ea typeface="Arial"/>
                <a:cs typeface="Arial"/>
              </a:defRPr>
            </a:lvl3pPr>
            <a:lvl4pPr>
              <a:defRPr sz="3225" b="1">
                <a:solidFill>
                  <a:srgbClr val="143247"/>
                </a:solidFill>
                <a:latin typeface="Arial"/>
                <a:ea typeface="Arial"/>
                <a:cs typeface="Arial"/>
              </a:defRPr>
            </a:lvl4pPr>
            <a:lvl5pPr>
              <a:defRPr sz="3225" b="1">
                <a:solidFill>
                  <a:srgbClr val="143247"/>
                </a:solidFill>
                <a:latin typeface="Arial"/>
                <a:ea typeface="Arial"/>
                <a:cs typeface="Arial"/>
              </a:defRPr>
            </a:lvl5pPr>
            <a:lvl6pPr>
              <a:defRPr sz="3225" b="1">
                <a:solidFill>
                  <a:srgbClr val="143247"/>
                </a:solidFill>
                <a:latin typeface="Arial"/>
                <a:ea typeface="Arial"/>
                <a:cs typeface="Arial"/>
              </a:defRPr>
            </a:lvl6pPr>
            <a:lvl7pPr>
              <a:defRPr sz="3225" b="1">
                <a:solidFill>
                  <a:srgbClr val="143247"/>
                </a:solidFill>
                <a:latin typeface="Arial"/>
                <a:ea typeface="Arial"/>
                <a:cs typeface="Arial"/>
              </a:defRPr>
            </a:lvl7pPr>
            <a:lvl8pPr>
              <a:defRPr sz="3225" b="1">
                <a:solidFill>
                  <a:srgbClr val="143247"/>
                </a:solidFill>
                <a:latin typeface="Arial"/>
                <a:ea typeface="Arial"/>
                <a:cs typeface="Arial"/>
              </a:defRPr>
            </a:lvl8pPr>
            <a:lvl9pPr>
              <a:defRPr sz="3225" b="1">
                <a:solidFill>
                  <a:srgbClr val="143247"/>
                </a:solidFill>
                <a:latin typeface="Arial"/>
                <a:ea typeface="Arial"/>
                <a:cs typeface="Arial"/>
              </a:defRPr>
            </a:lvl9pPr>
          </a:lstStyle>
          <a:p xmlns:a="http://schemas.openxmlformats.org/drawingml/2006/main">
            <a:pPr>
              <a:defRPr sz="3225" b="1">
                <a:solidFill>
                  <a:srgbClr val="143247"/>
                </a:solidFill>
                <a:latin typeface="Arial"/>
                <a:ea typeface="Arial"/>
                <a:cs typeface="Arial"/>
              </a:defRPr>
            </a:pPr>
            <a:r>
              <a:rPr sz="3225" b="1">
                <a:solidFill>
                  <a:srgbClr val="143247"/>
                </a:solidFill>
                <a:latin typeface="Arial"/>
                <a:ea typeface="Arial"/>
                <a:cs typeface="Arial"/>
              </a:rPr>
              <a:t>OOP concepts in the implementation</a:t>
            </a:r>
          </a:p>
        </p:txBody>
      </p:sp>
      <p:sp>
        <p:nvSpPr>
          <p:cNvPr id="3" name="">
            <a:extLst xmlns:a="http://schemas.openxmlformats.org/drawingml/2006/main">
              <a:ext uri="{FF2B5EF4-FFF2-40B4-BE49-F238E27FC236}">
                <a16:creationId xmlns:a16="http://schemas.microsoft.com/office/drawing/2014/main" id="{08FE5F6D-65D4-495F-9828-8508C3C73118}"/>
              </a:ext>
            </a:extLst>
          </p:cNvPr>
          <p:cNvSpPr>
            <a:spLocks xmlns:a="http://schemas.openxmlformats.org/drawingml/2006/main" noGrp="1"/>
          </p:cNvSpPr>
          <p:nvPr/>
        </p:nvSpPr>
        <p:spPr>
          <a:xfrm xmlns:a="http://schemas.openxmlformats.org/drawingml/2006/main">
            <a:off x="11115675" y="6372225"/>
            <a:ext cx="4667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978"/>
                </a:solidFill>
                <a:latin typeface="Arial"/>
                <a:ea typeface="Arial"/>
                <a:cs typeface="Arial"/>
              </a:defRPr>
            </a:defPPr>
            <a:lvl1pPr>
              <a:defRPr sz="1200" b="0">
                <a:solidFill>
                  <a:srgbClr val="526978"/>
                </a:solidFill>
                <a:latin typeface="Arial"/>
                <a:ea typeface="Arial"/>
                <a:cs typeface="Arial"/>
              </a:defRPr>
            </a:lvl1pPr>
            <a:lvl2pPr>
              <a:defRPr sz="1200" b="0">
                <a:solidFill>
                  <a:srgbClr val="526978"/>
                </a:solidFill>
                <a:latin typeface="Arial"/>
                <a:ea typeface="Arial"/>
                <a:cs typeface="Arial"/>
              </a:defRPr>
            </a:lvl2pPr>
            <a:lvl3pPr>
              <a:defRPr sz="1200" b="0">
                <a:solidFill>
                  <a:srgbClr val="526978"/>
                </a:solidFill>
                <a:latin typeface="Arial"/>
                <a:ea typeface="Arial"/>
                <a:cs typeface="Arial"/>
              </a:defRPr>
            </a:lvl3pPr>
            <a:lvl4pPr>
              <a:defRPr sz="1200" b="0">
                <a:solidFill>
                  <a:srgbClr val="526978"/>
                </a:solidFill>
                <a:latin typeface="Arial"/>
                <a:ea typeface="Arial"/>
                <a:cs typeface="Arial"/>
              </a:defRPr>
            </a:lvl4pPr>
            <a:lvl5pPr>
              <a:defRPr sz="1200" b="0">
                <a:solidFill>
                  <a:srgbClr val="526978"/>
                </a:solidFill>
                <a:latin typeface="Arial"/>
                <a:ea typeface="Arial"/>
                <a:cs typeface="Arial"/>
              </a:defRPr>
            </a:lvl5pPr>
            <a:lvl6pPr>
              <a:defRPr sz="1200" b="0">
                <a:solidFill>
                  <a:srgbClr val="526978"/>
                </a:solidFill>
                <a:latin typeface="Arial"/>
                <a:ea typeface="Arial"/>
                <a:cs typeface="Arial"/>
              </a:defRPr>
            </a:lvl6pPr>
            <a:lvl7pPr>
              <a:defRPr sz="1200" b="0">
                <a:solidFill>
                  <a:srgbClr val="526978"/>
                </a:solidFill>
                <a:latin typeface="Arial"/>
                <a:ea typeface="Arial"/>
                <a:cs typeface="Arial"/>
              </a:defRPr>
            </a:lvl7pPr>
            <a:lvl8pPr>
              <a:defRPr sz="1200" b="0">
                <a:solidFill>
                  <a:srgbClr val="526978"/>
                </a:solidFill>
                <a:latin typeface="Arial"/>
                <a:ea typeface="Arial"/>
                <a:cs typeface="Arial"/>
              </a:defRPr>
            </a:lvl8pPr>
            <a:lvl9pPr>
              <a:defRPr sz="1200" b="0">
                <a:solidFill>
                  <a:srgbClr val="526978"/>
                </a:solidFill>
                <a:latin typeface="Arial"/>
                <a:ea typeface="Arial"/>
                <a:cs typeface="Arial"/>
              </a:defRPr>
            </a:lvl9pPr>
          </a:lstStyle>
          <a:p xmlns:a="http://schemas.openxmlformats.org/drawingml/2006/main">
            <a:pPr>
              <a:defRPr sz="1200" b="0">
                <a:solidFill>
                  <a:srgbClr val="526978"/>
                </a:solidFill>
                <a:latin typeface="Arial"/>
                <a:ea typeface="Arial"/>
                <a:cs typeface="Arial"/>
              </a:defRPr>
            </a:pPr>
            <a:r>
              <a:rPr sz="1200" b="0">
                <a:solidFill>
                  <a:srgbClr val="526978"/>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AFD09D82-4F84-4DB8-9A6F-3FB71F1CF24B}"/>
              </a:ext>
            </a:extLst>
          </p:cNvPr>
          <p:cNvSpPr>
            <a:spLocks xmlns:a="http://schemas.openxmlformats.org/drawingml/2006/main" noGrp="1"/>
          </p:cNvSpPr>
          <p:nvPr/>
        </p:nvSpPr>
        <p:spPr>
          <a:xfrm xmlns:a="http://schemas.openxmlformats.org/drawingml/2006/main">
            <a:off x="609600" y="2038350"/>
            <a:ext cx="5429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87F8C"/>
                </a:solidFill>
                <a:latin typeface="Arial"/>
                <a:ea typeface="Arial"/>
                <a:cs typeface="Arial"/>
              </a:defRPr>
            </a:defPPr>
            <a:lvl1pPr>
              <a:defRPr sz="2550" b="1">
                <a:solidFill>
                  <a:srgbClr val="087F8C"/>
                </a:solidFill>
                <a:latin typeface="Arial"/>
                <a:ea typeface="Arial"/>
                <a:cs typeface="Arial"/>
              </a:defRPr>
            </a:lvl1pPr>
            <a:lvl2pPr>
              <a:defRPr sz="2550" b="1">
                <a:solidFill>
                  <a:srgbClr val="087F8C"/>
                </a:solidFill>
                <a:latin typeface="Arial"/>
                <a:ea typeface="Arial"/>
                <a:cs typeface="Arial"/>
              </a:defRPr>
            </a:lvl2pPr>
            <a:lvl3pPr>
              <a:defRPr sz="2550" b="1">
                <a:solidFill>
                  <a:srgbClr val="087F8C"/>
                </a:solidFill>
                <a:latin typeface="Arial"/>
                <a:ea typeface="Arial"/>
                <a:cs typeface="Arial"/>
              </a:defRPr>
            </a:lvl3pPr>
            <a:lvl4pPr>
              <a:defRPr sz="2550" b="1">
                <a:solidFill>
                  <a:srgbClr val="087F8C"/>
                </a:solidFill>
                <a:latin typeface="Arial"/>
                <a:ea typeface="Arial"/>
                <a:cs typeface="Arial"/>
              </a:defRPr>
            </a:lvl4pPr>
            <a:lvl5pPr>
              <a:defRPr sz="2550" b="1">
                <a:solidFill>
                  <a:srgbClr val="087F8C"/>
                </a:solidFill>
                <a:latin typeface="Arial"/>
                <a:ea typeface="Arial"/>
                <a:cs typeface="Arial"/>
              </a:defRPr>
            </a:lvl5pPr>
            <a:lvl6pPr>
              <a:defRPr sz="2550" b="1">
                <a:solidFill>
                  <a:srgbClr val="087F8C"/>
                </a:solidFill>
                <a:latin typeface="Arial"/>
                <a:ea typeface="Arial"/>
                <a:cs typeface="Arial"/>
              </a:defRPr>
            </a:lvl6pPr>
            <a:lvl7pPr>
              <a:defRPr sz="2550" b="1">
                <a:solidFill>
                  <a:srgbClr val="087F8C"/>
                </a:solidFill>
                <a:latin typeface="Arial"/>
                <a:ea typeface="Arial"/>
                <a:cs typeface="Arial"/>
              </a:defRPr>
            </a:lvl7pPr>
            <a:lvl8pPr>
              <a:defRPr sz="2550" b="1">
                <a:solidFill>
                  <a:srgbClr val="087F8C"/>
                </a:solidFill>
                <a:latin typeface="Arial"/>
                <a:ea typeface="Arial"/>
                <a:cs typeface="Arial"/>
              </a:defRPr>
            </a:lvl8pPr>
            <a:lvl9pPr>
              <a:defRPr sz="2550" b="1">
                <a:solidFill>
                  <a:srgbClr val="087F8C"/>
                </a:solidFill>
                <a:latin typeface="Arial"/>
                <a:ea typeface="Arial"/>
                <a:cs typeface="Arial"/>
              </a:defRPr>
            </a:lvl9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Encapsulation</a:t>
            </a:r>
          </a:p>
        </p:txBody>
      </p:sp>
      <p:sp>
        <p:nvSpPr>
          <p:cNvPr id="5" name="">
            <a:extLst xmlns:a="http://schemas.openxmlformats.org/drawingml/2006/main">
              <a:ext uri="{FF2B5EF4-FFF2-40B4-BE49-F238E27FC236}">
                <a16:creationId xmlns:a16="http://schemas.microsoft.com/office/drawing/2014/main" id="{E894CEEE-D7A9-43A1-877E-3CC1ECD96205}"/>
              </a:ext>
            </a:extLst>
          </p:cNvPr>
          <p:cNvSpPr>
            <a:spLocks xmlns:a="http://schemas.openxmlformats.org/drawingml/2006/main" noGrp="1"/>
          </p:cNvSpPr>
          <p:nvPr/>
        </p:nvSpPr>
        <p:spPr>
          <a:xfrm xmlns:a="http://schemas.openxmlformats.org/drawingml/2006/main">
            <a:off x="609600" y="267652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43247"/>
                </a:solidFill>
                <a:latin typeface="Arial"/>
                <a:ea typeface="Arial"/>
                <a:cs typeface="Arial"/>
              </a:defRPr>
            </a:defPPr>
            <a:lvl1pPr>
              <a:defRPr sz="2100" b="1">
                <a:solidFill>
                  <a:srgbClr val="143247"/>
                </a:solidFill>
                <a:latin typeface="Arial"/>
                <a:ea typeface="Arial"/>
                <a:cs typeface="Arial"/>
              </a:defRPr>
            </a:lvl1pPr>
            <a:lvl2pPr>
              <a:defRPr sz="2100" b="1">
                <a:solidFill>
                  <a:srgbClr val="143247"/>
                </a:solidFill>
                <a:latin typeface="Arial"/>
                <a:ea typeface="Arial"/>
                <a:cs typeface="Arial"/>
              </a:defRPr>
            </a:lvl2pPr>
            <a:lvl3pPr>
              <a:defRPr sz="2100" b="1">
                <a:solidFill>
                  <a:srgbClr val="143247"/>
                </a:solidFill>
                <a:latin typeface="Arial"/>
                <a:ea typeface="Arial"/>
                <a:cs typeface="Arial"/>
              </a:defRPr>
            </a:lvl3pPr>
            <a:lvl4pPr>
              <a:defRPr sz="2100" b="1">
                <a:solidFill>
                  <a:srgbClr val="143247"/>
                </a:solidFill>
                <a:latin typeface="Arial"/>
                <a:ea typeface="Arial"/>
                <a:cs typeface="Arial"/>
              </a:defRPr>
            </a:lvl4pPr>
            <a:lvl5pPr>
              <a:defRPr sz="2100" b="1">
                <a:solidFill>
                  <a:srgbClr val="143247"/>
                </a:solidFill>
                <a:latin typeface="Arial"/>
                <a:ea typeface="Arial"/>
                <a:cs typeface="Arial"/>
              </a:defRPr>
            </a:lvl5pPr>
            <a:lvl6pPr>
              <a:defRPr sz="2100" b="1">
                <a:solidFill>
                  <a:srgbClr val="143247"/>
                </a:solidFill>
                <a:latin typeface="Arial"/>
                <a:ea typeface="Arial"/>
                <a:cs typeface="Arial"/>
              </a:defRPr>
            </a:lvl6pPr>
            <a:lvl7pPr>
              <a:defRPr sz="2100" b="1">
                <a:solidFill>
                  <a:srgbClr val="143247"/>
                </a:solidFill>
                <a:latin typeface="Arial"/>
                <a:ea typeface="Arial"/>
                <a:cs typeface="Arial"/>
              </a:defRPr>
            </a:lvl7pPr>
            <a:lvl8pPr>
              <a:defRPr sz="2100" b="1">
                <a:solidFill>
                  <a:srgbClr val="143247"/>
                </a:solidFill>
                <a:latin typeface="Arial"/>
                <a:ea typeface="Arial"/>
                <a:cs typeface="Arial"/>
              </a:defRPr>
            </a:lvl8pPr>
            <a:lvl9pPr>
              <a:defRPr sz="2100" b="1">
                <a:solidFill>
                  <a:srgbClr val="143247"/>
                </a:solidFill>
                <a:latin typeface="Arial"/>
                <a:ea typeface="Arial"/>
                <a:cs typeface="Arial"/>
              </a:defRPr>
            </a:lvl9pPr>
          </a:lstStyle>
          <a:p xmlns:a="http://schemas.openxmlformats.org/drawingml/2006/main">
            <a:pPr>
              <a:defRPr sz="2100" b="1">
                <a:solidFill>
                  <a:srgbClr val="143247"/>
                </a:solidFill>
                <a:latin typeface="Arial"/>
                <a:ea typeface="Arial"/>
                <a:cs typeface="Arial"/>
              </a:defRPr>
            </a:pPr>
            <a:r>
              <a:rPr sz="2100" b="1">
                <a:solidFill>
                  <a:srgbClr val="143247"/>
                </a:solidFill>
                <a:latin typeface="Arial"/>
                <a:ea typeface="Arial"/>
                <a:cs typeface="Arial"/>
              </a:rPr>
              <a:t>WorkOrder.start()</a:t>
            </a:r>
          </a:p>
        </p:txBody>
      </p:sp>
      <p:sp>
        <p:nvSpPr>
          <p:cNvPr id="6" name="">
            <a:extLst xmlns:a="http://schemas.openxmlformats.org/drawingml/2006/main">
              <a:ext uri="{FF2B5EF4-FFF2-40B4-BE49-F238E27FC236}">
                <a16:creationId xmlns:a16="http://schemas.microsoft.com/office/drawing/2014/main" id="{E01F587F-FBF3-42E6-9D2A-2997CF42DC19}"/>
              </a:ext>
            </a:extLst>
          </p:cNvPr>
          <p:cNvSpPr>
            <a:spLocks xmlns:a="http://schemas.openxmlformats.org/drawingml/2006/main" noGrp="1"/>
          </p:cNvSpPr>
          <p:nvPr/>
        </p:nvSpPr>
        <p:spPr>
          <a:xfrm xmlns:a="http://schemas.openxmlformats.org/drawingml/2006/main">
            <a:off x="609600" y="3295650"/>
            <a:ext cx="5353050" cy="1438275"/>
          </a:xfrm>
          <a:prstGeom xmlns:a="http://schemas.openxmlformats.org/drawingml/2006/main" prst="rect">
            <a:avLst/>
          </a:prstGeom>
          <a:solidFill xmlns:a="http://schemas.openxmlformats.org/drawingml/2006/main">
            <a:srgbClr val="14324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77A9C8E-9E7D-4F71-8D60-8B6DBE36A69B}"/>
              </a:ext>
            </a:extLst>
          </p:cNvPr>
          <p:cNvSpPr>
            <a:spLocks xmlns:a="http://schemas.openxmlformats.org/drawingml/2006/main" noGrp="1"/>
          </p:cNvSpPr>
          <p:nvPr/>
        </p:nvSpPr>
        <p:spPr>
          <a:xfrm xmlns:a="http://schemas.openxmlformats.org/drawingml/2006/main">
            <a:off x="819150" y="34861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FFFFFF"/>
                </a:solidFill>
                <a:latin typeface="Arial"/>
                <a:ea typeface="Arial"/>
                <a:cs typeface="Arial"/>
              </a:defRPr>
            </a:defPPr>
            <a:lvl1pPr>
              <a:defRPr sz="2025" b="0">
                <a:solidFill>
                  <a:srgbClr val="FFFFFF"/>
                </a:solidFill>
                <a:latin typeface="Arial"/>
                <a:ea typeface="Arial"/>
                <a:cs typeface="Arial"/>
              </a:defRPr>
            </a:lvl1pPr>
            <a:lvl2pPr>
              <a:defRPr sz="2025" b="0">
                <a:solidFill>
                  <a:srgbClr val="FFFFFF"/>
                </a:solidFill>
                <a:latin typeface="Arial"/>
                <a:ea typeface="Arial"/>
                <a:cs typeface="Arial"/>
              </a:defRPr>
            </a:lvl2pPr>
            <a:lvl3pPr>
              <a:defRPr sz="2025" b="0">
                <a:solidFill>
                  <a:srgbClr val="FFFFFF"/>
                </a:solidFill>
                <a:latin typeface="Arial"/>
                <a:ea typeface="Arial"/>
                <a:cs typeface="Arial"/>
              </a:defRPr>
            </a:lvl3pPr>
            <a:lvl4pPr>
              <a:defRPr sz="2025" b="0">
                <a:solidFill>
                  <a:srgbClr val="FFFFFF"/>
                </a:solidFill>
                <a:latin typeface="Arial"/>
                <a:ea typeface="Arial"/>
                <a:cs typeface="Arial"/>
              </a:defRPr>
            </a:lvl4pPr>
            <a:lvl5pPr>
              <a:defRPr sz="2025" b="0">
                <a:solidFill>
                  <a:srgbClr val="FFFFFF"/>
                </a:solidFill>
                <a:latin typeface="Arial"/>
                <a:ea typeface="Arial"/>
                <a:cs typeface="Arial"/>
              </a:defRPr>
            </a:lvl5pPr>
            <a:lvl6pPr>
              <a:defRPr sz="2025" b="0">
                <a:solidFill>
                  <a:srgbClr val="FFFFFF"/>
                </a:solidFill>
                <a:latin typeface="Arial"/>
                <a:ea typeface="Arial"/>
                <a:cs typeface="Arial"/>
              </a:defRPr>
            </a:lvl6pPr>
            <a:lvl7pPr>
              <a:defRPr sz="2025" b="0">
                <a:solidFill>
                  <a:srgbClr val="FFFFFF"/>
                </a:solidFill>
                <a:latin typeface="Arial"/>
                <a:ea typeface="Arial"/>
                <a:cs typeface="Arial"/>
              </a:defRPr>
            </a:lvl7pPr>
            <a:lvl8pPr>
              <a:defRPr sz="2025" b="0">
                <a:solidFill>
                  <a:srgbClr val="FFFFFF"/>
                </a:solidFill>
                <a:latin typeface="Arial"/>
                <a:ea typeface="Arial"/>
                <a:cs typeface="Arial"/>
              </a:defRPr>
            </a:lvl8pPr>
            <a:lvl9pPr>
              <a:defRPr sz="2025" b="0">
                <a:solidFill>
                  <a:srgbClr val="FFFFFF"/>
                </a:solidFill>
                <a:latin typeface="Arial"/>
                <a:ea typeface="Arial"/>
                <a:cs typeface="Arial"/>
              </a:defRPr>
            </a:lvl9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Require ASSIGNED</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Set IN_PROGRESS</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Record startedAt</a:t>
            </a:r>
          </a:p>
        </p:txBody>
      </p:sp>
      <p:sp>
        <p:nvSpPr>
          <p:cNvPr id="8" name="">
            <a:extLst xmlns:a="http://schemas.openxmlformats.org/drawingml/2006/main">
              <a:ext uri="{FF2B5EF4-FFF2-40B4-BE49-F238E27FC236}">
                <a16:creationId xmlns:a16="http://schemas.microsoft.com/office/drawing/2014/main" id="{89436FDC-595E-4BD0-8C20-319B73260283}"/>
              </a:ext>
            </a:extLst>
          </p:cNvPr>
          <p:cNvSpPr>
            <a:spLocks xmlns:a="http://schemas.openxmlformats.org/drawingml/2006/main" noGrp="1"/>
          </p:cNvSpPr>
          <p:nvPr/>
        </p:nvSpPr>
        <p:spPr>
          <a:xfrm xmlns:a="http://schemas.openxmlformats.org/drawingml/2006/main">
            <a:off x="609600" y="5086350"/>
            <a:ext cx="5353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26978"/>
                </a:solidFill>
                <a:latin typeface="Arial"/>
                <a:ea typeface="Arial"/>
                <a:cs typeface="Arial"/>
              </a:defRPr>
            </a:defPPr>
            <a:lvl1pPr>
              <a:defRPr sz="2025" b="0">
                <a:solidFill>
                  <a:srgbClr val="526978"/>
                </a:solidFill>
                <a:latin typeface="Arial"/>
                <a:ea typeface="Arial"/>
                <a:cs typeface="Arial"/>
              </a:defRPr>
            </a:lvl1pPr>
            <a:lvl2pPr>
              <a:defRPr sz="2025" b="0">
                <a:solidFill>
                  <a:srgbClr val="526978"/>
                </a:solidFill>
                <a:latin typeface="Arial"/>
                <a:ea typeface="Arial"/>
                <a:cs typeface="Arial"/>
              </a:defRPr>
            </a:lvl2pPr>
            <a:lvl3pPr>
              <a:defRPr sz="2025" b="0">
                <a:solidFill>
                  <a:srgbClr val="526978"/>
                </a:solidFill>
                <a:latin typeface="Arial"/>
                <a:ea typeface="Arial"/>
                <a:cs typeface="Arial"/>
              </a:defRPr>
            </a:lvl3pPr>
            <a:lvl4pPr>
              <a:defRPr sz="2025" b="0">
                <a:solidFill>
                  <a:srgbClr val="526978"/>
                </a:solidFill>
                <a:latin typeface="Arial"/>
                <a:ea typeface="Arial"/>
                <a:cs typeface="Arial"/>
              </a:defRPr>
            </a:lvl4pPr>
            <a:lvl5pPr>
              <a:defRPr sz="2025" b="0">
                <a:solidFill>
                  <a:srgbClr val="526978"/>
                </a:solidFill>
                <a:latin typeface="Arial"/>
                <a:ea typeface="Arial"/>
                <a:cs typeface="Arial"/>
              </a:defRPr>
            </a:lvl5pPr>
            <a:lvl6pPr>
              <a:defRPr sz="2025" b="0">
                <a:solidFill>
                  <a:srgbClr val="526978"/>
                </a:solidFill>
                <a:latin typeface="Arial"/>
                <a:ea typeface="Arial"/>
                <a:cs typeface="Arial"/>
              </a:defRPr>
            </a:lvl6pPr>
            <a:lvl7pPr>
              <a:defRPr sz="2025" b="0">
                <a:solidFill>
                  <a:srgbClr val="526978"/>
                </a:solidFill>
                <a:latin typeface="Arial"/>
                <a:ea typeface="Arial"/>
                <a:cs typeface="Arial"/>
              </a:defRPr>
            </a:lvl7pPr>
            <a:lvl8pPr>
              <a:defRPr sz="2025" b="0">
                <a:solidFill>
                  <a:srgbClr val="526978"/>
                </a:solidFill>
                <a:latin typeface="Arial"/>
                <a:ea typeface="Arial"/>
                <a:cs typeface="Arial"/>
              </a:defRPr>
            </a:lvl8pPr>
            <a:lvl9pPr>
              <a:defRPr sz="2025" b="0">
                <a:solidFill>
                  <a:srgbClr val="526978"/>
                </a:solidFill>
                <a:latin typeface="Arial"/>
                <a:ea typeface="Arial"/>
                <a:cs typeface="Arial"/>
              </a:defRPr>
            </a:lvl9pPr>
          </a:lstStyle>
          <a:p xmlns:a="http://schemas.openxmlformats.org/drawingml/2006/main">
            <a:pPr>
              <a:defRPr sz="2025" b="0">
                <a:solidFill>
                  <a:srgbClr val="526978"/>
                </a:solidFill>
                <a:latin typeface="Arial"/>
                <a:ea typeface="Arial"/>
                <a:cs typeface="Arial"/>
              </a:defRPr>
            </a:pPr>
            <a:r>
              <a:rPr sz="2025" b="0">
                <a:solidFill>
                  <a:srgbClr val="526978"/>
                </a:solidFill>
                <a:latin typeface="Arial"/>
                <a:ea typeface="Arial"/>
                <a:cs typeface="Arial"/>
              </a:rPr>
              <a:t>A guarded operation controls the state change.</a:t>
            </a:r>
          </a:p>
        </p:txBody>
      </p:sp>
      <p:sp>
        <p:nvSpPr>
          <p:cNvPr id="9" name="">
            <a:extLst xmlns:a="http://schemas.openxmlformats.org/drawingml/2006/main">
              <a:ext uri="{FF2B5EF4-FFF2-40B4-BE49-F238E27FC236}">
                <a16:creationId xmlns:a16="http://schemas.microsoft.com/office/drawing/2014/main" id="{09D0ECEF-4F5D-4B71-9E07-3F6539424D9D}"/>
              </a:ext>
            </a:extLst>
          </p:cNvPr>
          <p:cNvSpPr>
            <a:spLocks xmlns:a="http://schemas.openxmlformats.org/drawingml/2006/main" noGrp="1"/>
          </p:cNvSpPr>
          <p:nvPr/>
        </p:nvSpPr>
        <p:spPr>
          <a:xfrm xmlns:a="http://schemas.openxmlformats.org/drawingml/2006/main">
            <a:off x="6629400" y="2009775"/>
            <a:ext cx="4953000" cy="28575"/>
          </a:xfrm>
          <a:prstGeom xmlns:a="http://schemas.openxmlformats.org/drawingml/2006/main" prst="rect">
            <a:avLst/>
          </a:prstGeom>
          <a:solidFill xmlns:a="http://schemas.openxmlformats.org/drawingml/2006/main">
            <a:srgbClr val="C8DCE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A5319E0-4BFC-4CE0-BE10-4AA7DB6B4CD8}"/>
              </a:ext>
            </a:extLst>
          </p:cNvPr>
          <p:cNvSpPr>
            <a:spLocks xmlns:a="http://schemas.openxmlformats.org/drawingml/2006/main" noGrp="1"/>
          </p:cNvSpPr>
          <p:nvPr/>
        </p:nvSpPr>
        <p:spPr>
          <a:xfrm xmlns:a="http://schemas.openxmlformats.org/drawingml/2006/main">
            <a:off x="6629400" y="22002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Inheritance</a:t>
            </a:r>
          </a:p>
        </p:txBody>
      </p:sp>
      <p:sp>
        <p:nvSpPr>
          <p:cNvPr id="11" name="">
            <a:extLst xmlns:a="http://schemas.openxmlformats.org/drawingml/2006/main">
              <a:ext uri="{FF2B5EF4-FFF2-40B4-BE49-F238E27FC236}">
                <a16:creationId xmlns:a16="http://schemas.microsoft.com/office/drawing/2014/main" id="{1C5596C5-69C9-491E-B6D6-1D467CAD3D27}"/>
              </a:ext>
            </a:extLst>
          </p:cNvPr>
          <p:cNvSpPr>
            <a:spLocks xmlns:a="http://schemas.openxmlformats.org/drawingml/2006/main" noGrp="1"/>
          </p:cNvSpPr>
          <p:nvPr/>
        </p:nvSpPr>
        <p:spPr>
          <a:xfrm xmlns:a="http://schemas.openxmlformats.org/drawingml/2006/main">
            <a:off x="6629400" y="2733675"/>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3247"/>
                </a:solidFill>
                <a:latin typeface="Arial"/>
                <a:ea typeface="Arial"/>
                <a:cs typeface="Arial"/>
              </a:defRPr>
            </a:defPPr>
            <a:lvl1pPr>
              <a:defRPr sz="1875" b="0">
                <a:solidFill>
                  <a:srgbClr val="143247"/>
                </a:solidFill>
                <a:latin typeface="Arial"/>
                <a:ea typeface="Arial"/>
                <a:cs typeface="Arial"/>
              </a:defRPr>
            </a:lvl1pPr>
            <a:lvl2pPr>
              <a:defRPr sz="1875" b="0">
                <a:solidFill>
                  <a:srgbClr val="143247"/>
                </a:solidFill>
                <a:latin typeface="Arial"/>
                <a:ea typeface="Arial"/>
                <a:cs typeface="Arial"/>
              </a:defRPr>
            </a:lvl2pPr>
            <a:lvl3pPr>
              <a:defRPr sz="1875" b="0">
                <a:solidFill>
                  <a:srgbClr val="143247"/>
                </a:solidFill>
                <a:latin typeface="Arial"/>
                <a:ea typeface="Arial"/>
                <a:cs typeface="Arial"/>
              </a:defRPr>
            </a:lvl3pPr>
            <a:lvl4pPr>
              <a:defRPr sz="1875" b="0">
                <a:solidFill>
                  <a:srgbClr val="143247"/>
                </a:solidFill>
                <a:latin typeface="Arial"/>
                <a:ea typeface="Arial"/>
                <a:cs typeface="Arial"/>
              </a:defRPr>
            </a:lvl4pPr>
            <a:lvl5pPr>
              <a:defRPr sz="1875" b="0">
                <a:solidFill>
                  <a:srgbClr val="143247"/>
                </a:solidFill>
                <a:latin typeface="Arial"/>
                <a:ea typeface="Arial"/>
                <a:cs typeface="Arial"/>
              </a:defRPr>
            </a:lvl5pPr>
            <a:lvl6pPr>
              <a:defRPr sz="1875" b="0">
                <a:solidFill>
                  <a:srgbClr val="143247"/>
                </a:solidFill>
                <a:latin typeface="Arial"/>
                <a:ea typeface="Arial"/>
                <a:cs typeface="Arial"/>
              </a:defRPr>
            </a:lvl6pPr>
            <a:lvl7pPr>
              <a:defRPr sz="1875" b="0">
                <a:solidFill>
                  <a:srgbClr val="143247"/>
                </a:solidFill>
                <a:latin typeface="Arial"/>
                <a:ea typeface="Arial"/>
                <a:cs typeface="Arial"/>
              </a:defRPr>
            </a:lvl7pPr>
            <a:lvl8pPr>
              <a:defRPr sz="1875" b="0">
                <a:solidFill>
                  <a:srgbClr val="143247"/>
                </a:solidFill>
                <a:latin typeface="Arial"/>
                <a:ea typeface="Arial"/>
                <a:cs typeface="Arial"/>
              </a:defRPr>
            </a:lvl8pPr>
            <a:lvl9pPr>
              <a:defRPr sz="1875" b="0">
                <a:solidFill>
                  <a:srgbClr val="143247"/>
                </a:solidFill>
                <a:latin typeface="Arial"/>
                <a:ea typeface="Arial"/>
                <a:cs typeface="Arial"/>
              </a:defRPr>
            </a:lvl9pPr>
          </a:lstStyle>
          <a:p xmlns:a="http://schemas.openxmlformats.org/drawingml/2006/main">
            <a:pPr>
              <a:defRPr sz="1875" b="0">
                <a:solidFill>
                  <a:srgbClr val="143247"/>
                </a:solidFill>
                <a:latin typeface="Arial"/>
                <a:ea typeface="Arial"/>
                <a:cs typeface="Arial"/>
              </a:defRPr>
            </a:pPr>
            <a:r>
              <a:rPr sz="1875" b="0">
                <a:solidFill>
                  <a:srgbClr val="143247"/>
                </a:solidFill>
                <a:latin typeface="Arial"/>
                <a:ea typeface="Arial"/>
                <a:cs typeface="Arial"/>
              </a:rPr>
              <a:t>WorkspaceView extends BorderPane</a:t>
            </a:r>
          </a:p>
        </p:txBody>
      </p:sp>
      <p:sp>
        <p:nvSpPr>
          <p:cNvPr id="12" name="">
            <a:extLst xmlns:a="http://schemas.openxmlformats.org/drawingml/2006/main">
              <a:ext uri="{FF2B5EF4-FFF2-40B4-BE49-F238E27FC236}">
                <a16:creationId xmlns:a16="http://schemas.microsoft.com/office/drawing/2014/main" id="{1A334BF4-F57B-48A2-9C1D-1314EE66FCBF}"/>
              </a:ext>
            </a:extLst>
          </p:cNvPr>
          <p:cNvSpPr>
            <a:spLocks xmlns:a="http://schemas.openxmlformats.org/drawingml/2006/main" noGrp="1"/>
          </p:cNvSpPr>
          <p:nvPr/>
        </p:nvSpPr>
        <p:spPr>
          <a:xfrm xmlns:a="http://schemas.openxmlformats.org/drawingml/2006/main">
            <a:off x="6629400" y="3381375"/>
            <a:ext cx="4953000" cy="28575"/>
          </a:xfrm>
          <a:prstGeom xmlns:a="http://schemas.openxmlformats.org/drawingml/2006/main" prst="rect">
            <a:avLst/>
          </a:prstGeom>
          <a:solidFill xmlns:a="http://schemas.openxmlformats.org/drawingml/2006/main">
            <a:srgbClr val="C8DCE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41B9BA6-78DF-45ED-BC45-E487B524C3A0}"/>
              </a:ext>
            </a:extLst>
          </p:cNvPr>
          <p:cNvSpPr>
            <a:spLocks xmlns:a="http://schemas.openxmlformats.org/drawingml/2006/main" noGrp="1"/>
          </p:cNvSpPr>
          <p:nvPr/>
        </p:nvSpPr>
        <p:spPr>
          <a:xfrm xmlns:a="http://schemas.openxmlformats.org/drawingml/2006/main">
            <a:off x="6629400" y="35718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Polymorphism</a:t>
            </a:r>
          </a:p>
        </p:txBody>
      </p:sp>
      <p:sp>
        <p:nvSpPr>
          <p:cNvPr id="14" name="">
            <a:extLst xmlns:a="http://schemas.openxmlformats.org/drawingml/2006/main">
              <a:ext uri="{FF2B5EF4-FFF2-40B4-BE49-F238E27FC236}">
                <a16:creationId xmlns:a16="http://schemas.microsoft.com/office/drawing/2014/main" id="{8EB0D4F6-43D4-47D7-953C-D422B1C98C51}"/>
              </a:ext>
            </a:extLst>
          </p:cNvPr>
          <p:cNvSpPr>
            <a:spLocks xmlns:a="http://schemas.openxmlformats.org/drawingml/2006/main" noGrp="1"/>
          </p:cNvSpPr>
          <p:nvPr/>
        </p:nvSpPr>
        <p:spPr>
          <a:xfrm xmlns:a="http://schemas.openxmlformats.org/drawingml/2006/main">
            <a:off x="6629400" y="4105275"/>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3247"/>
                </a:solidFill>
                <a:latin typeface="Arial"/>
                <a:ea typeface="Arial"/>
                <a:cs typeface="Arial"/>
              </a:defRPr>
            </a:defPPr>
            <a:lvl1pPr>
              <a:defRPr sz="1875" b="0">
                <a:solidFill>
                  <a:srgbClr val="143247"/>
                </a:solidFill>
                <a:latin typeface="Arial"/>
                <a:ea typeface="Arial"/>
                <a:cs typeface="Arial"/>
              </a:defRPr>
            </a:lvl1pPr>
            <a:lvl2pPr>
              <a:defRPr sz="1875" b="0">
                <a:solidFill>
                  <a:srgbClr val="143247"/>
                </a:solidFill>
                <a:latin typeface="Arial"/>
                <a:ea typeface="Arial"/>
                <a:cs typeface="Arial"/>
              </a:defRPr>
            </a:lvl2pPr>
            <a:lvl3pPr>
              <a:defRPr sz="1875" b="0">
                <a:solidFill>
                  <a:srgbClr val="143247"/>
                </a:solidFill>
                <a:latin typeface="Arial"/>
                <a:ea typeface="Arial"/>
                <a:cs typeface="Arial"/>
              </a:defRPr>
            </a:lvl3pPr>
            <a:lvl4pPr>
              <a:defRPr sz="1875" b="0">
                <a:solidFill>
                  <a:srgbClr val="143247"/>
                </a:solidFill>
                <a:latin typeface="Arial"/>
                <a:ea typeface="Arial"/>
                <a:cs typeface="Arial"/>
              </a:defRPr>
            </a:lvl4pPr>
            <a:lvl5pPr>
              <a:defRPr sz="1875" b="0">
                <a:solidFill>
                  <a:srgbClr val="143247"/>
                </a:solidFill>
                <a:latin typeface="Arial"/>
                <a:ea typeface="Arial"/>
                <a:cs typeface="Arial"/>
              </a:defRPr>
            </a:lvl5pPr>
            <a:lvl6pPr>
              <a:defRPr sz="1875" b="0">
                <a:solidFill>
                  <a:srgbClr val="143247"/>
                </a:solidFill>
                <a:latin typeface="Arial"/>
                <a:ea typeface="Arial"/>
                <a:cs typeface="Arial"/>
              </a:defRPr>
            </a:lvl6pPr>
            <a:lvl7pPr>
              <a:defRPr sz="1875" b="0">
                <a:solidFill>
                  <a:srgbClr val="143247"/>
                </a:solidFill>
                <a:latin typeface="Arial"/>
                <a:ea typeface="Arial"/>
                <a:cs typeface="Arial"/>
              </a:defRPr>
            </a:lvl7pPr>
            <a:lvl8pPr>
              <a:defRPr sz="1875" b="0">
                <a:solidFill>
                  <a:srgbClr val="143247"/>
                </a:solidFill>
                <a:latin typeface="Arial"/>
                <a:ea typeface="Arial"/>
                <a:cs typeface="Arial"/>
              </a:defRPr>
            </a:lvl8pPr>
            <a:lvl9pPr>
              <a:defRPr sz="1875" b="0">
                <a:solidFill>
                  <a:srgbClr val="143247"/>
                </a:solidFill>
                <a:latin typeface="Arial"/>
                <a:ea typeface="Arial"/>
                <a:cs typeface="Arial"/>
              </a:defRPr>
            </a:lvl9pPr>
          </a:lstStyle>
          <a:p xmlns:a="http://schemas.openxmlformats.org/drawingml/2006/main">
            <a:pPr>
              <a:defRPr sz="1875" b="0">
                <a:solidFill>
                  <a:srgbClr val="143247"/>
                </a:solidFill>
                <a:latin typeface="Arial"/>
                <a:ea typeface="Arial"/>
                <a:cs typeface="Arial"/>
              </a:defRPr>
            </a:pPr>
            <a:r>
              <a:rPr sz="1875" b="0">
                <a:solidFill>
                  <a:srgbClr val="143247"/>
                </a:solidFill>
                <a:latin typeface="Arial"/>
                <a:ea typeface="Arial"/>
                <a:cs typeface="Arial"/>
              </a:rPr>
              <a:t>JDBC objects implement Connection</a:t>
            </a:r>
          </a:p>
        </p:txBody>
      </p:sp>
      <p:sp>
        <p:nvSpPr>
          <p:cNvPr id="15" name="">
            <a:extLst xmlns:a="http://schemas.openxmlformats.org/drawingml/2006/main">
              <a:ext uri="{FF2B5EF4-FFF2-40B4-BE49-F238E27FC236}">
                <a16:creationId xmlns:a16="http://schemas.microsoft.com/office/drawing/2014/main" id="{9BDBD087-5967-406A-8865-226D17D104C7}"/>
              </a:ext>
            </a:extLst>
          </p:cNvPr>
          <p:cNvSpPr>
            <a:spLocks xmlns:a="http://schemas.openxmlformats.org/drawingml/2006/main" noGrp="1"/>
          </p:cNvSpPr>
          <p:nvPr/>
        </p:nvSpPr>
        <p:spPr>
          <a:xfrm xmlns:a="http://schemas.openxmlformats.org/drawingml/2006/main">
            <a:off x="6629400" y="4752975"/>
            <a:ext cx="4953000" cy="28575"/>
          </a:xfrm>
          <a:prstGeom xmlns:a="http://schemas.openxmlformats.org/drawingml/2006/main" prst="rect">
            <a:avLst/>
          </a:prstGeom>
          <a:solidFill xmlns:a="http://schemas.openxmlformats.org/drawingml/2006/main">
            <a:srgbClr val="C8DCE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E5A5390-E2F8-4638-8003-108CC2F95279}"/>
              </a:ext>
            </a:extLst>
          </p:cNvPr>
          <p:cNvSpPr>
            <a:spLocks xmlns:a="http://schemas.openxmlformats.org/drawingml/2006/main" noGrp="1"/>
          </p:cNvSpPr>
          <p:nvPr/>
        </p:nvSpPr>
        <p:spPr>
          <a:xfrm xmlns:a="http://schemas.openxmlformats.org/drawingml/2006/main">
            <a:off x="6629400" y="49434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Overloading</a:t>
            </a:r>
          </a:p>
        </p:txBody>
      </p:sp>
      <p:sp>
        <p:nvSpPr>
          <p:cNvPr id="17" name="">
            <a:extLst xmlns:a="http://schemas.openxmlformats.org/drawingml/2006/main">
              <a:ext uri="{FF2B5EF4-FFF2-40B4-BE49-F238E27FC236}">
                <a16:creationId xmlns:a16="http://schemas.microsoft.com/office/drawing/2014/main" id="{54100EA8-44B2-49FE-A857-07E93FE7363F}"/>
              </a:ext>
            </a:extLst>
          </p:cNvPr>
          <p:cNvSpPr>
            <a:spLocks xmlns:a="http://schemas.openxmlformats.org/drawingml/2006/main" noGrp="1"/>
          </p:cNvSpPr>
          <p:nvPr/>
        </p:nvSpPr>
        <p:spPr>
          <a:xfrm xmlns:a="http://schemas.openxmlformats.org/drawingml/2006/main">
            <a:off x="6629400" y="5476875"/>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43247"/>
                </a:solidFill>
                <a:latin typeface="Arial"/>
                <a:ea typeface="Arial"/>
                <a:cs typeface="Arial"/>
              </a:defRPr>
            </a:defPPr>
            <a:lvl1pPr>
              <a:defRPr sz="1875" b="0">
                <a:solidFill>
                  <a:srgbClr val="143247"/>
                </a:solidFill>
                <a:latin typeface="Arial"/>
                <a:ea typeface="Arial"/>
                <a:cs typeface="Arial"/>
              </a:defRPr>
            </a:lvl1pPr>
            <a:lvl2pPr>
              <a:defRPr sz="1875" b="0">
                <a:solidFill>
                  <a:srgbClr val="143247"/>
                </a:solidFill>
                <a:latin typeface="Arial"/>
                <a:ea typeface="Arial"/>
                <a:cs typeface="Arial"/>
              </a:defRPr>
            </a:lvl2pPr>
            <a:lvl3pPr>
              <a:defRPr sz="1875" b="0">
                <a:solidFill>
                  <a:srgbClr val="143247"/>
                </a:solidFill>
                <a:latin typeface="Arial"/>
                <a:ea typeface="Arial"/>
                <a:cs typeface="Arial"/>
              </a:defRPr>
            </a:lvl3pPr>
            <a:lvl4pPr>
              <a:defRPr sz="1875" b="0">
                <a:solidFill>
                  <a:srgbClr val="143247"/>
                </a:solidFill>
                <a:latin typeface="Arial"/>
                <a:ea typeface="Arial"/>
                <a:cs typeface="Arial"/>
              </a:defRPr>
            </a:lvl4pPr>
            <a:lvl5pPr>
              <a:defRPr sz="1875" b="0">
                <a:solidFill>
                  <a:srgbClr val="143247"/>
                </a:solidFill>
                <a:latin typeface="Arial"/>
                <a:ea typeface="Arial"/>
                <a:cs typeface="Arial"/>
              </a:defRPr>
            </a:lvl5pPr>
            <a:lvl6pPr>
              <a:defRPr sz="1875" b="0">
                <a:solidFill>
                  <a:srgbClr val="143247"/>
                </a:solidFill>
                <a:latin typeface="Arial"/>
                <a:ea typeface="Arial"/>
                <a:cs typeface="Arial"/>
              </a:defRPr>
            </a:lvl6pPr>
            <a:lvl7pPr>
              <a:defRPr sz="1875" b="0">
                <a:solidFill>
                  <a:srgbClr val="143247"/>
                </a:solidFill>
                <a:latin typeface="Arial"/>
                <a:ea typeface="Arial"/>
                <a:cs typeface="Arial"/>
              </a:defRPr>
            </a:lvl7pPr>
            <a:lvl8pPr>
              <a:defRPr sz="1875" b="0">
                <a:solidFill>
                  <a:srgbClr val="143247"/>
                </a:solidFill>
                <a:latin typeface="Arial"/>
                <a:ea typeface="Arial"/>
                <a:cs typeface="Arial"/>
              </a:defRPr>
            </a:lvl8pPr>
            <a:lvl9pPr>
              <a:defRPr sz="1875" b="0">
                <a:solidFill>
                  <a:srgbClr val="143247"/>
                </a:solidFill>
                <a:latin typeface="Arial"/>
                <a:ea typeface="Arial"/>
                <a:cs typeface="Arial"/>
              </a:defRPr>
            </a:lvl9pPr>
          </a:lstStyle>
          <a:p xmlns:a="http://schemas.openxmlformats.org/drawingml/2006/main">
            <a:pPr>
              <a:defRPr sz="1875" b="0">
                <a:solidFill>
                  <a:srgbClr val="143247"/>
                </a:solidFill>
                <a:latin typeface="Arial"/>
                <a:ea typeface="Arial"/>
                <a:cs typeface="Arial"/>
              </a:defRPr>
            </a:pPr>
            <a:r>
              <a:rPr sz="1875" b="0">
                <a:solidFill>
                  <a:srgbClr val="143247"/>
                </a:solidFill>
                <a:latin typeface="Arial"/>
                <a:ea typeface="Arial"/>
                <a:cs typeface="Arial"/>
              </a:rPr>
              <a:t>User constructors with different arguments</a:t>
            </a:r>
          </a:p>
        </p:txBody>
      </p:sp>
    </p:spTree>
    <p:extLst>
      <p:ext uri="{BB962C8B-B14F-4D97-AF65-F5344CB8AC3E}">
        <p14:creationId xmlns:p14="http://schemas.microsoft.com/office/powerpoint/2010/main" val="166787299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6B6F93F-8731-4E81-A529-2CF4DD7CF4E8}"/>
              </a:ext>
            </a:extLst>
          </p:cNvPr>
          <p:cNvSpPr>
            <a:spLocks xmlns:a="http://schemas.openxmlformats.org/drawingml/2006/main" noGrp="1"/>
          </p:cNvSpPr>
          <p:nvPr/>
        </p:nvSpPr>
        <p:spPr>
          <a:xfrm xmlns:a="http://schemas.openxmlformats.org/drawingml/2006/main">
            <a:off x="609600" y="457200"/>
            <a:ext cx="523875"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FDFAC6-9D92-4691-82EF-3B46CEBF9951}"/>
              </a:ext>
            </a:extLst>
          </p:cNvPr>
          <p:cNvSpPr>
            <a:spLocks xmlns:a="http://schemas.openxmlformats.org/drawingml/2006/main" noGrp="1"/>
          </p:cNvSpPr>
          <p:nvPr/>
        </p:nvSpPr>
        <p:spPr>
          <a:xfrm xmlns:a="http://schemas.openxmlformats.org/drawingml/2006/main">
            <a:off x="609600" y="7905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43247"/>
                </a:solidFill>
                <a:latin typeface="Arial"/>
                <a:ea typeface="Arial"/>
                <a:cs typeface="Arial"/>
              </a:defRPr>
            </a:defPPr>
            <a:lvl1pPr>
              <a:defRPr sz="3225" b="1">
                <a:solidFill>
                  <a:srgbClr val="143247"/>
                </a:solidFill>
                <a:latin typeface="Arial"/>
                <a:ea typeface="Arial"/>
                <a:cs typeface="Arial"/>
              </a:defRPr>
            </a:lvl1pPr>
            <a:lvl2pPr>
              <a:defRPr sz="3225" b="1">
                <a:solidFill>
                  <a:srgbClr val="143247"/>
                </a:solidFill>
                <a:latin typeface="Arial"/>
                <a:ea typeface="Arial"/>
                <a:cs typeface="Arial"/>
              </a:defRPr>
            </a:lvl2pPr>
            <a:lvl3pPr>
              <a:defRPr sz="3225" b="1">
                <a:solidFill>
                  <a:srgbClr val="143247"/>
                </a:solidFill>
                <a:latin typeface="Arial"/>
                <a:ea typeface="Arial"/>
                <a:cs typeface="Arial"/>
              </a:defRPr>
            </a:lvl3pPr>
            <a:lvl4pPr>
              <a:defRPr sz="3225" b="1">
                <a:solidFill>
                  <a:srgbClr val="143247"/>
                </a:solidFill>
                <a:latin typeface="Arial"/>
                <a:ea typeface="Arial"/>
                <a:cs typeface="Arial"/>
              </a:defRPr>
            </a:lvl4pPr>
            <a:lvl5pPr>
              <a:defRPr sz="3225" b="1">
                <a:solidFill>
                  <a:srgbClr val="143247"/>
                </a:solidFill>
                <a:latin typeface="Arial"/>
                <a:ea typeface="Arial"/>
                <a:cs typeface="Arial"/>
              </a:defRPr>
            </a:lvl5pPr>
            <a:lvl6pPr>
              <a:defRPr sz="3225" b="1">
                <a:solidFill>
                  <a:srgbClr val="143247"/>
                </a:solidFill>
                <a:latin typeface="Arial"/>
                <a:ea typeface="Arial"/>
                <a:cs typeface="Arial"/>
              </a:defRPr>
            </a:lvl6pPr>
            <a:lvl7pPr>
              <a:defRPr sz="3225" b="1">
                <a:solidFill>
                  <a:srgbClr val="143247"/>
                </a:solidFill>
                <a:latin typeface="Arial"/>
                <a:ea typeface="Arial"/>
                <a:cs typeface="Arial"/>
              </a:defRPr>
            </a:lvl7pPr>
            <a:lvl8pPr>
              <a:defRPr sz="3225" b="1">
                <a:solidFill>
                  <a:srgbClr val="143247"/>
                </a:solidFill>
                <a:latin typeface="Arial"/>
                <a:ea typeface="Arial"/>
                <a:cs typeface="Arial"/>
              </a:defRPr>
            </a:lvl8pPr>
            <a:lvl9pPr>
              <a:defRPr sz="3225" b="1">
                <a:solidFill>
                  <a:srgbClr val="143247"/>
                </a:solidFill>
                <a:latin typeface="Arial"/>
                <a:ea typeface="Arial"/>
                <a:cs typeface="Arial"/>
              </a:defRPr>
            </a:lvl9pPr>
          </a:lstStyle>
          <a:p xmlns:a="http://schemas.openxmlformats.org/drawingml/2006/main">
            <a:pPr>
              <a:defRPr sz="3225" b="1">
                <a:solidFill>
                  <a:srgbClr val="143247"/>
                </a:solidFill>
                <a:latin typeface="Arial"/>
                <a:ea typeface="Arial"/>
                <a:cs typeface="Arial"/>
              </a:defRPr>
            </a:pPr>
            <a:r>
              <a:rPr sz="3225" b="1">
                <a:solidFill>
                  <a:srgbClr val="143247"/>
                </a:solidFill>
                <a:latin typeface="Arial"/>
                <a:ea typeface="Arial"/>
                <a:cs typeface="Arial"/>
              </a:rPr>
              <a:t>RDBMS: the core relational design</a:t>
            </a:r>
          </a:p>
        </p:txBody>
      </p:sp>
      <p:sp>
        <p:nvSpPr>
          <p:cNvPr id="3" name="">
            <a:extLst xmlns:a="http://schemas.openxmlformats.org/drawingml/2006/main">
              <a:ext uri="{FF2B5EF4-FFF2-40B4-BE49-F238E27FC236}">
                <a16:creationId xmlns:a16="http://schemas.microsoft.com/office/drawing/2014/main" id="{E46BD7EB-266F-4BB4-8C40-B55E09C13204}"/>
              </a:ext>
            </a:extLst>
          </p:cNvPr>
          <p:cNvSpPr>
            <a:spLocks xmlns:a="http://schemas.openxmlformats.org/drawingml/2006/main" noGrp="1"/>
          </p:cNvSpPr>
          <p:nvPr/>
        </p:nvSpPr>
        <p:spPr>
          <a:xfrm xmlns:a="http://schemas.openxmlformats.org/drawingml/2006/main">
            <a:off x="11115675" y="6372225"/>
            <a:ext cx="4667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978"/>
                </a:solidFill>
                <a:latin typeface="Arial"/>
                <a:ea typeface="Arial"/>
                <a:cs typeface="Arial"/>
              </a:defRPr>
            </a:defPPr>
            <a:lvl1pPr>
              <a:defRPr sz="1200" b="0">
                <a:solidFill>
                  <a:srgbClr val="526978"/>
                </a:solidFill>
                <a:latin typeface="Arial"/>
                <a:ea typeface="Arial"/>
                <a:cs typeface="Arial"/>
              </a:defRPr>
            </a:lvl1pPr>
            <a:lvl2pPr>
              <a:defRPr sz="1200" b="0">
                <a:solidFill>
                  <a:srgbClr val="526978"/>
                </a:solidFill>
                <a:latin typeface="Arial"/>
                <a:ea typeface="Arial"/>
                <a:cs typeface="Arial"/>
              </a:defRPr>
            </a:lvl2pPr>
            <a:lvl3pPr>
              <a:defRPr sz="1200" b="0">
                <a:solidFill>
                  <a:srgbClr val="526978"/>
                </a:solidFill>
                <a:latin typeface="Arial"/>
                <a:ea typeface="Arial"/>
                <a:cs typeface="Arial"/>
              </a:defRPr>
            </a:lvl3pPr>
            <a:lvl4pPr>
              <a:defRPr sz="1200" b="0">
                <a:solidFill>
                  <a:srgbClr val="526978"/>
                </a:solidFill>
                <a:latin typeface="Arial"/>
                <a:ea typeface="Arial"/>
                <a:cs typeface="Arial"/>
              </a:defRPr>
            </a:lvl4pPr>
            <a:lvl5pPr>
              <a:defRPr sz="1200" b="0">
                <a:solidFill>
                  <a:srgbClr val="526978"/>
                </a:solidFill>
                <a:latin typeface="Arial"/>
                <a:ea typeface="Arial"/>
                <a:cs typeface="Arial"/>
              </a:defRPr>
            </a:lvl5pPr>
            <a:lvl6pPr>
              <a:defRPr sz="1200" b="0">
                <a:solidFill>
                  <a:srgbClr val="526978"/>
                </a:solidFill>
                <a:latin typeface="Arial"/>
                <a:ea typeface="Arial"/>
                <a:cs typeface="Arial"/>
              </a:defRPr>
            </a:lvl6pPr>
            <a:lvl7pPr>
              <a:defRPr sz="1200" b="0">
                <a:solidFill>
                  <a:srgbClr val="526978"/>
                </a:solidFill>
                <a:latin typeface="Arial"/>
                <a:ea typeface="Arial"/>
                <a:cs typeface="Arial"/>
              </a:defRPr>
            </a:lvl7pPr>
            <a:lvl8pPr>
              <a:defRPr sz="1200" b="0">
                <a:solidFill>
                  <a:srgbClr val="526978"/>
                </a:solidFill>
                <a:latin typeface="Arial"/>
                <a:ea typeface="Arial"/>
                <a:cs typeface="Arial"/>
              </a:defRPr>
            </a:lvl8pPr>
            <a:lvl9pPr>
              <a:defRPr sz="1200" b="0">
                <a:solidFill>
                  <a:srgbClr val="526978"/>
                </a:solidFill>
                <a:latin typeface="Arial"/>
                <a:ea typeface="Arial"/>
                <a:cs typeface="Arial"/>
              </a:defRPr>
            </a:lvl9pPr>
          </a:lstStyle>
          <a:p xmlns:a="http://schemas.openxmlformats.org/drawingml/2006/main">
            <a:pPr>
              <a:defRPr sz="1200" b="0">
                <a:solidFill>
                  <a:srgbClr val="526978"/>
                </a:solidFill>
                <a:latin typeface="Arial"/>
                <a:ea typeface="Arial"/>
                <a:cs typeface="Arial"/>
              </a:defRPr>
            </a:pPr>
            <a:r>
              <a:rPr sz="1200" b="0">
                <a:solidFill>
                  <a:srgbClr val="526978"/>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36525CC4-5429-463A-BCF8-C1258A83B688}"/>
              </a:ext>
            </a:extLst>
          </p:cNvPr>
          <p:cNvSpPr>
            <a:spLocks xmlns:a="http://schemas.openxmlformats.org/drawingml/2006/main" noGrp="1"/>
          </p:cNvSpPr>
          <p:nvPr/>
        </p:nvSpPr>
        <p:spPr>
          <a:xfrm xmlns:a="http://schemas.openxmlformats.org/drawingml/2006/main">
            <a:off x="609600" y="1962150"/>
            <a:ext cx="3238500" cy="1362075"/>
          </a:xfrm>
          <a:prstGeom xmlns:a="http://schemas.openxmlformats.org/drawingml/2006/main" prst="rect">
            <a:avLst/>
          </a:prstGeom>
          <a:solidFill xmlns:a="http://schemas.openxmlformats.org/drawingml/2006/main">
            <a:srgbClr val="EAF3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D8B94E8-16A1-41CA-8485-3F98BC3604B0}"/>
              </a:ext>
            </a:extLst>
          </p:cNvPr>
          <p:cNvSpPr>
            <a:spLocks xmlns:a="http://schemas.openxmlformats.org/drawingml/2006/main" noGrp="1"/>
          </p:cNvSpPr>
          <p:nvPr/>
        </p:nvSpPr>
        <p:spPr>
          <a:xfrm xmlns:a="http://schemas.openxmlformats.org/drawingml/2006/main">
            <a:off x="752475" y="212407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43247"/>
                </a:solidFill>
                <a:latin typeface="Arial"/>
                <a:ea typeface="Arial"/>
                <a:cs typeface="Arial"/>
              </a:defRPr>
            </a:defPPr>
            <a:lvl1pPr>
              <a:defRPr sz="1950" b="1">
                <a:solidFill>
                  <a:srgbClr val="143247"/>
                </a:solidFill>
                <a:latin typeface="Arial"/>
                <a:ea typeface="Arial"/>
                <a:cs typeface="Arial"/>
              </a:defRPr>
            </a:lvl1pPr>
            <a:lvl2pPr>
              <a:defRPr sz="1950" b="1">
                <a:solidFill>
                  <a:srgbClr val="143247"/>
                </a:solidFill>
                <a:latin typeface="Arial"/>
                <a:ea typeface="Arial"/>
                <a:cs typeface="Arial"/>
              </a:defRPr>
            </a:lvl2pPr>
            <a:lvl3pPr>
              <a:defRPr sz="1950" b="1">
                <a:solidFill>
                  <a:srgbClr val="143247"/>
                </a:solidFill>
                <a:latin typeface="Arial"/>
                <a:ea typeface="Arial"/>
                <a:cs typeface="Arial"/>
              </a:defRPr>
            </a:lvl3pPr>
            <a:lvl4pPr>
              <a:defRPr sz="1950" b="1">
                <a:solidFill>
                  <a:srgbClr val="143247"/>
                </a:solidFill>
                <a:latin typeface="Arial"/>
                <a:ea typeface="Arial"/>
                <a:cs typeface="Arial"/>
              </a:defRPr>
            </a:lvl4pPr>
            <a:lvl5pPr>
              <a:defRPr sz="1950" b="1">
                <a:solidFill>
                  <a:srgbClr val="143247"/>
                </a:solidFill>
                <a:latin typeface="Arial"/>
                <a:ea typeface="Arial"/>
                <a:cs typeface="Arial"/>
              </a:defRPr>
            </a:lvl5pPr>
            <a:lvl6pPr>
              <a:defRPr sz="1950" b="1">
                <a:solidFill>
                  <a:srgbClr val="143247"/>
                </a:solidFill>
                <a:latin typeface="Arial"/>
                <a:ea typeface="Arial"/>
                <a:cs typeface="Arial"/>
              </a:defRPr>
            </a:lvl6pPr>
            <a:lvl7pPr>
              <a:defRPr sz="1950" b="1">
                <a:solidFill>
                  <a:srgbClr val="143247"/>
                </a:solidFill>
                <a:latin typeface="Arial"/>
                <a:ea typeface="Arial"/>
                <a:cs typeface="Arial"/>
              </a:defRPr>
            </a:lvl7pPr>
            <a:lvl8pPr>
              <a:defRPr sz="1950" b="1">
                <a:solidFill>
                  <a:srgbClr val="143247"/>
                </a:solidFill>
                <a:latin typeface="Arial"/>
                <a:ea typeface="Arial"/>
                <a:cs typeface="Arial"/>
              </a:defRPr>
            </a:lvl8pPr>
            <a:lvl9pPr>
              <a:defRPr sz="1950" b="1">
                <a:solidFill>
                  <a:srgbClr val="143247"/>
                </a:solidFill>
                <a:latin typeface="Arial"/>
                <a:ea typeface="Arial"/>
                <a:cs typeface="Arial"/>
              </a:defRPr>
            </a:lvl9pPr>
          </a:lstStyle>
          <a:p xmlns:a="http://schemas.openxmlformats.org/drawingml/2006/main">
            <a:pPr>
              <a:defRPr sz="1950" b="1">
                <a:solidFill>
                  <a:srgbClr val="143247"/>
                </a:solidFill>
                <a:latin typeface="Arial"/>
                <a:ea typeface="Arial"/>
                <a:cs typeface="Arial"/>
              </a:defRPr>
            </a:pPr>
            <a:r>
              <a:rPr sz="1950" b="1">
                <a:solidFill>
                  <a:srgbClr val="143247"/>
                </a:solidFill>
                <a:latin typeface="Arial"/>
                <a:ea typeface="Arial"/>
                <a:cs typeface="Arial"/>
              </a:rPr>
              <a:t>assets</a:t>
            </a:r>
          </a:p>
        </p:txBody>
      </p:sp>
      <p:sp>
        <p:nvSpPr>
          <p:cNvPr id="6" name="">
            <a:extLst xmlns:a="http://schemas.openxmlformats.org/drawingml/2006/main">
              <a:ext uri="{FF2B5EF4-FFF2-40B4-BE49-F238E27FC236}">
                <a16:creationId xmlns:a16="http://schemas.microsoft.com/office/drawing/2014/main" id="{AFB711C0-68C2-4697-A179-10DF3EA1C6C5}"/>
              </a:ext>
            </a:extLst>
          </p:cNvPr>
          <p:cNvSpPr>
            <a:spLocks xmlns:a="http://schemas.openxmlformats.org/drawingml/2006/main" noGrp="1"/>
          </p:cNvSpPr>
          <p:nvPr/>
        </p:nvSpPr>
        <p:spPr>
          <a:xfrm xmlns:a="http://schemas.openxmlformats.org/drawingml/2006/main">
            <a:off x="752475" y="2619375"/>
            <a:ext cx="295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978"/>
                </a:solidFill>
                <a:latin typeface="Arial"/>
                <a:ea typeface="Arial"/>
                <a:cs typeface="Arial"/>
              </a:defRPr>
            </a:defPPr>
            <a:lvl1pPr>
              <a:defRPr sz="1425" b="0">
                <a:solidFill>
                  <a:srgbClr val="526978"/>
                </a:solidFill>
                <a:latin typeface="Arial"/>
                <a:ea typeface="Arial"/>
                <a:cs typeface="Arial"/>
              </a:defRPr>
            </a:lvl1pPr>
            <a:lvl2pPr>
              <a:defRPr sz="1425" b="0">
                <a:solidFill>
                  <a:srgbClr val="526978"/>
                </a:solidFill>
                <a:latin typeface="Arial"/>
                <a:ea typeface="Arial"/>
                <a:cs typeface="Arial"/>
              </a:defRPr>
            </a:lvl2pPr>
            <a:lvl3pPr>
              <a:defRPr sz="1425" b="0">
                <a:solidFill>
                  <a:srgbClr val="526978"/>
                </a:solidFill>
                <a:latin typeface="Arial"/>
                <a:ea typeface="Arial"/>
                <a:cs typeface="Arial"/>
              </a:defRPr>
            </a:lvl3pPr>
            <a:lvl4pPr>
              <a:defRPr sz="1425" b="0">
                <a:solidFill>
                  <a:srgbClr val="526978"/>
                </a:solidFill>
                <a:latin typeface="Arial"/>
                <a:ea typeface="Arial"/>
                <a:cs typeface="Arial"/>
              </a:defRPr>
            </a:lvl4pPr>
            <a:lvl5pPr>
              <a:defRPr sz="1425" b="0">
                <a:solidFill>
                  <a:srgbClr val="526978"/>
                </a:solidFill>
                <a:latin typeface="Arial"/>
                <a:ea typeface="Arial"/>
                <a:cs typeface="Arial"/>
              </a:defRPr>
            </a:lvl5pPr>
            <a:lvl6pPr>
              <a:defRPr sz="1425" b="0">
                <a:solidFill>
                  <a:srgbClr val="526978"/>
                </a:solidFill>
                <a:latin typeface="Arial"/>
                <a:ea typeface="Arial"/>
                <a:cs typeface="Arial"/>
              </a:defRPr>
            </a:lvl6pPr>
            <a:lvl7pPr>
              <a:defRPr sz="1425" b="0">
                <a:solidFill>
                  <a:srgbClr val="526978"/>
                </a:solidFill>
                <a:latin typeface="Arial"/>
                <a:ea typeface="Arial"/>
                <a:cs typeface="Arial"/>
              </a:defRPr>
            </a:lvl7pPr>
            <a:lvl8pPr>
              <a:defRPr sz="1425" b="0">
                <a:solidFill>
                  <a:srgbClr val="526978"/>
                </a:solidFill>
                <a:latin typeface="Arial"/>
                <a:ea typeface="Arial"/>
                <a:cs typeface="Arial"/>
              </a:defRPr>
            </a:lvl8pPr>
            <a:lvl9pPr>
              <a:defRPr sz="1425" b="0">
                <a:solidFill>
                  <a:srgbClr val="526978"/>
                </a:solidFill>
                <a:latin typeface="Arial"/>
                <a:ea typeface="Arial"/>
                <a:cs typeface="Arial"/>
              </a:defRPr>
            </a:lvl9pPr>
          </a:lstStyle>
          <a:p xmlns:a="http://schemas.openxmlformats.org/drawingml/2006/main">
            <a:pPr>
              <a:defRPr sz="1425" b="0">
                <a:solidFill>
                  <a:srgbClr val="526978"/>
                </a:solidFill>
                <a:latin typeface="Arial"/>
                <a:ea typeface="Arial"/>
                <a:cs typeface="Arial"/>
              </a:defRPr>
            </a:pPr>
            <a:r>
              <a:rPr sz="1425" b="0">
                <a:solidFill>
                  <a:srgbClr val="526978"/>
                </a:solidFill>
                <a:latin typeface="Arial"/>
                <a:ea typeface="Arial"/>
                <a:cs typeface="Arial"/>
              </a:rPr>
              <a:t>PK asset_id</a:t>
            </a:r>
          </a:p>
        </p:txBody>
      </p:sp>
      <p:sp>
        <p:nvSpPr>
          <p:cNvPr id="7" name="">
            <a:extLst xmlns:a="http://schemas.openxmlformats.org/drawingml/2006/main">
              <a:ext uri="{FF2B5EF4-FFF2-40B4-BE49-F238E27FC236}">
                <a16:creationId xmlns:a16="http://schemas.microsoft.com/office/drawing/2014/main" id="{8EAAD3B4-3206-40A6-A2AC-19F0E6B64D4B}"/>
              </a:ext>
            </a:extLst>
          </p:cNvPr>
          <p:cNvSpPr>
            <a:spLocks xmlns:a="http://schemas.openxmlformats.org/drawingml/2006/main" noGrp="1"/>
          </p:cNvSpPr>
          <p:nvPr/>
        </p:nvSpPr>
        <p:spPr>
          <a:xfrm xmlns:a="http://schemas.openxmlformats.org/drawingml/2006/main">
            <a:off x="4371975" y="1962150"/>
            <a:ext cx="3238500" cy="1362075"/>
          </a:xfrm>
          <a:prstGeom xmlns:a="http://schemas.openxmlformats.org/drawingml/2006/main" prst="rect">
            <a:avLst/>
          </a:prstGeom>
          <a:solidFill xmlns:a="http://schemas.openxmlformats.org/drawingml/2006/main">
            <a:srgbClr val="EAF3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F51FB14-4881-437F-A76F-DE21E679E660}"/>
              </a:ext>
            </a:extLst>
          </p:cNvPr>
          <p:cNvSpPr>
            <a:spLocks xmlns:a="http://schemas.openxmlformats.org/drawingml/2006/main" noGrp="1"/>
          </p:cNvSpPr>
          <p:nvPr/>
        </p:nvSpPr>
        <p:spPr>
          <a:xfrm xmlns:a="http://schemas.openxmlformats.org/drawingml/2006/main">
            <a:off x="4514850" y="212407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43247"/>
                </a:solidFill>
                <a:latin typeface="Arial"/>
                <a:ea typeface="Arial"/>
                <a:cs typeface="Arial"/>
              </a:defRPr>
            </a:defPPr>
            <a:lvl1pPr>
              <a:defRPr sz="1950" b="1">
                <a:solidFill>
                  <a:srgbClr val="143247"/>
                </a:solidFill>
                <a:latin typeface="Arial"/>
                <a:ea typeface="Arial"/>
                <a:cs typeface="Arial"/>
              </a:defRPr>
            </a:lvl1pPr>
            <a:lvl2pPr>
              <a:defRPr sz="1950" b="1">
                <a:solidFill>
                  <a:srgbClr val="143247"/>
                </a:solidFill>
                <a:latin typeface="Arial"/>
                <a:ea typeface="Arial"/>
                <a:cs typeface="Arial"/>
              </a:defRPr>
            </a:lvl2pPr>
            <a:lvl3pPr>
              <a:defRPr sz="1950" b="1">
                <a:solidFill>
                  <a:srgbClr val="143247"/>
                </a:solidFill>
                <a:latin typeface="Arial"/>
                <a:ea typeface="Arial"/>
                <a:cs typeface="Arial"/>
              </a:defRPr>
            </a:lvl3pPr>
            <a:lvl4pPr>
              <a:defRPr sz="1950" b="1">
                <a:solidFill>
                  <a:srgbClr val="143247"/>
                </a:solidFill>
                <a:latin typeface="Arial"/>
                <a:ea typeface="Arial"/>
                <a:cs typeface="Arial"/>
              </a:defRPr>
            </a:lvl4pPr>
            <a:lvl5pPr>
              <a:defRPr sz="1950" b="1">
                <a:solidFill>
                  <a:srgbClr val="143247"/>
                </a:solidFill>
                <a:latin typeface="Arial"/>
                <a:ea typeface="Arial"/>
                <a:cs typeface="Arial"/>
              </a:defRPr>
            </a:lvl5pPr>
            <a:lvl6pPr>
              <a:defRPr sz="1950" b="1">
                <a:solidFill>
                  <a:srgbClr val="143247"/>
                </a:solidFill>
                <a:latin typeface="Arial"/>
                <a:ea typeface="Arial"/>
                <a:cs typeface="Arial"/>
              </a:defRPr>
            </a:lvl6pPr>
            <a:lvl7pPr>
              <a:defRPr sz="1950" b="1">
                <a:solidFill>
                  <a:srgbClr val="143247"/>
                </a:solidFill>
                <a:latin typeface="Arial"/>
                <a:ea typeface="Arial"/>
                <a:cs typeface="Arial"/>
              </a:defRPr>
            </a:lvl7pPr>
            <a:lvl8pPr>
              <a:defRPr sz="1950" b="1">
                <a:solidFill>
                  <a:srgbClr val="143247"/>
                </a:solidFill>
                <a:latin typeface="Arial"/>
                <a:ea typeface="Arial"/>
                <a:cs typeface="Arial"/>
              </a:defRPr>
            </a:lvl8pPr>
            <a:lvl9pPr>
              <a:defRPr sz="1950" b="1">
                <a:solidFill>
                  <a:srgbClr val="143247"/>
                </a:solidFill>
                <a:latin typeface="Arial"/>
                <a:ea typeface="Arial"/>
                <a:cs typeface="Arial"/>
              </a:defRPr>
            </a:lvl9pPr>
          </a:lstStyle>
          <a:p xmlns:a="http://schemas.openxmlformats.org/drawingml/2006/main">
            <a:pPr>
              <a:defRPr sz="1950" b="1">
                <a:solidFill>
                  <a:srgbClr val="143247"/>
                </a:solidFill>
                <a:latin typeface="Arial"/>
                <a:ea typeface="Arial"/>
                <a:cs typeface="Arial"/>
              </a:defRPr>
            </a:pPr>
            <a:r>
              <a:rPr sz="1950" b="1">
                <a:solidFill>
                  <a:srgbClr val="143247"/>
                </a:solidFill>
                <a:latin typeface="Arial"/>
                <a:ea typeface="Arial"/>
                <a:cs typeface="Arial"/>
              </a:rPr>
              <a:t>complaints</a:t>
            </a:r>
          </a:p>
        </p:txBody>
      </p:sp>
      <p:sp>
        <p:nvSpPr>
          <p:cNvPr id="9" name="">
            <a:extLst xmlns:a="http://schemas.openxmlformats.org/drawingml/2006/main">
              <a:ext uri="{FF2B5EF4-FFF2-40B4-BE49-F238E27FC236}">
                <a16:creationId xmlns:a16="http://schemas.microsoft.com/office/drawing/2014/main" id="{6C09FB71-03C5-447A-912A-C2AE00B2B843}"/>
              </a:ext>
            </a:extLst>
          </p:cNvPr>
          <p:cNvSpPr>
            <a:spLocks xmlns:a="http://schemas.openxmlformats.org/drawingml/2006/main" noGrp="1"/>
          </p:cNvSpPr>
          <p:nvPr/>
        </p:nvSpPr>
        <p:spPr>
          <a:xfrm xmlns:a="http://schemas.openxmlformats.org/drawingml/2006/main">
            <a:off x="4514850" y="2619375"/>
            <a:ext cx="295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978"/>
                </a:solidFill>
                <a:latin typeface="Arial"/>
                <a:ea typeface="Arial"/>
                <a:cs typeface="Arial"/>
              </a:defRPr>
            </a:defPPr>
            <a:lvl1pPr>
              <a:defRPr sz="1425" b="0">
                <a:solidFill>
                  <a:srgbClr val="526978"/>
                </a:solidFill>
                <a:latin typeface="Arial"/>
                <a:ea typeface="Arial"/>
                <a:cs typeface="Arial"/>
              </a:defRPr>
            </a:lvl1pPr>
            <a:lvl2pPr>
              <a:defRPr sz="1425" b="0">
                <a:solidFill>
                  <a:srgbClr val="526978"/>
                </a:solidFill>
                <a:latin typeface="Arial"/>
                <a:ea typeface="Arial"/>
                <a:cs typeface="Arial"/>
              </a:defRPr>
            </a:lvl2pPr>
            <a:lvl3pPr>
              <a:defRPr sz="1425" b="0">
                <a:solidFill>
                  <a:srgbClr val="526978"/>
                </a:solidFill>
                <a:latin typeface="Arial"/>
                <a:ea typeface="Arial"/>
                <a:cs typeface="Arial"/>
              </a:defRPr>
            </a:lvl3pPr>
            <a:lvl4pPr>
              <a:defRPr sz="1425" b="0">
                <a:solidFill>
                  <a:srgbClr val="526978"/>
                </a:solidFill>
                <a:latin typeface="Arial"/>
                <a:ea typeface="Arial"/>
                <a:cs typeface="Arial"/>
              </a:defRPr>
            </a:lvl4pPr>
            <a:lvl5pPr>
              <a:defRPr sz="1425" b="0">
                <a:solidFill>
                  <a:srgbClr val="526978"/>
                </a:solidFill>
                <a:latin typeface="Arial"/>
                <a:ea typeface="Arial"/>
                <a:cs typeface="Arial"/>
              </a:defRPr>
            </a:lvl5pPr>
            <a:lvl6pPr>
              <a:defRPr sz="1425" b="0">
                <a:solidFill>
                  <a:srgbClr val="526978"/>
                </a:solidFill>
                <a:latin typeface="Arial"/>
                <a:ea typeface="Arial"/>
                <a:cs typeface="Arial"/>
              </a:defRPr>
            </a:lvl6pPr>
            <a:lvl7pPr>
              <a:defRPr sz="1425" b="0">
                <a:solidFill>
                  <a:srgbClr val="526978"/>
                </a:solidFill>
                <a:latin typeface="Arial"/>
                <a:ea typeface="Arial"/>
                <a:cs typeface="Arial"/>
              </a:defRPr>
            </a:lvl7pPr>
            <a:lvl8pPr>
              <a:defRPr sz="1425" b="0">
                <a:solidFill>
                  <a:srgbClr val="526978"/>
                </a:solidFill>
                <a:latin typeface="Arial"/>
                <a:ea typeface="Arial"/>
                <a:cs typeface="Arial"/>
              </a:defRPr>
            </a:lvl8pPr>
            <a:lvl9pPr>
              <a:defRPr sz="1425" b="0">
                <a:solidFill>
                  <a:srgbClr val="526978"/>
                </a:solidFill>
                <a:latin typeface="Arial"/>
                <a:ea typeface="Arial"/>
                <a:cs typeface="Arial"/>
              </a:defRPr>
            </a:lvl9pPr>
          </a:lstStyle>
          <a:p xmlns:a="http://schemas.openxmlformats.org/drawingml/2006/main">
            <a:pPr>
              <a:defRPr sz="1425" b="0">
                <a:solidFill>
                  <a:srgbClr val="526978"/>
                </a:solidFill>
                <a:latin typeface="Arial"/>
                <a:ea typeface="Arial"/>
                <a:cs typeface="Arial"/>
              </a:defRPr>
            </a:pPr>
            <a:r>
              <a:rPr sz="1425" b="0">
                <a:solidFill>
                  <a:srgbClr val="526978"/>
                </a:solidFill>
                <a:latin typeface="Arial"/>
                <a:ea typeface="Arial"/>
                <a:cs typeface="Arial"/>
              </a:rPr>
              <a:t>PK complaint_id</a:t>
            </a:r>
          </a:p>
          <a:p xmlns:a="http://schemas.openxmlformats.org/drawingml/2006/main">
            <a:pPr>
              <a:defRPr sz="1425" b="0">
                <a:solidFill>
                  <a:srgbClr val="526978"/>
                </a:solidFill>
                <a:latin typeface="Arial"/>
                <a:ea typeface="Arial"/>
                <a:cs typeface="Arial"/>
              </a:defRPr>
            </a:pPr>
            <a:r>
              <a:rPr sz="1425" b="0">
                <a:solidFill>
                  <a:srgbClr val="526978"/>
                </a:solidFill>
                <a:latin typeface="Arial"/>
                <a:ea typeface="Arial"/>
                <a:cs typeface="Arial"/>
              </a:rPr>
              <a:t>FK asset_id</a:t>
            </a:r>
          </a:p>
        </p:txBody>
      </p:sp>
      <p:sp>
        <p:nvSpPr>
          <p:cNvPr id="10" name="">
            <a:extLst xmlns:a="http://schemas.openxmlformats.org/drawingml/2006/main">
              <a:ext uri="{FF2B5EF4-FFF2-40B4-BE49-F238E27FC236}">
                <a16:creationId xmlns:a16="http://schemas.microsoft.com/office/drawing/2014/main" id="{C9223EEF-6EC9-4BCE-A76C-2A6045ADD6D7}"/>
              </a:ext>
            </a:extLst>
          </p:cNvPr>
          <p:cNvSpPr>
            <a:spLocks xmlns:a="http://schemas.openxmlformats.org/drawingml/2006/main" noGrp="1"/>
          </p:cNvSpPr>
          <p:nvPr/>
        </p:nvSpPr>
        <p:spPr>
          <a:xfrm xmlns:a="http://schemas.openxmlformats.org/drawingml/2006/main">
            <a:off x="8134350" y="1962150"/>
            <a:ext cx="3238500" cy="1362075"/>
          </a:xfrm>
          <a:prstGeom xmlns:a="http://schemas.openxmlformats.org/drawingml/2006/main" prst="rect">
            <a:avLst/>
          </a:prstGeom>
          <a:solidFill xmlns:a="http://schemas.openxmlformats.org/drawingml/2006/main">
            <a:srgbClr val="EAF3F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54DA255-6BB2-4BD0-BFA5-05861EDFD5C0}"/>
              </a:ext>
            </a:extLst>
          </p:cNvPr>
          <p:cNvSpPr>
            <a:spLocks xmlns:a="http://schemas.openxmlformats.org/drawingml/2006/main" noGrp="1"/>
          </p:cNvSpPr>
          <p:nvPr/>
        </p:nvSpPr>
        <p:spPr>
          <a:xfrm xmlns:a="http://schemas.openxmlformats.org/drawingml/2006/main">
            <a:off x="8277225" y="212407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43247"/>
                </a:solidFill>
                <a:latin typeface="Arial"/>
                <a:ea typeface="Arial"/>
                <a:cs typeface="Arial"/>
              </a:defRPr>
            </a:defPPr>
            <a:lvl1pPr>
              <a:defRPr sz="1950" b="1">
                <a:solidFill>
                  <a:srgbClr val="143247"/>
                </a:solidFill>
                <a:latin typeface="Arial"/>
                <a:ea typeface="Arial"/>
                <a:cs typeface="Arial"/>
              </a:defRPr>
            </a:lvl1pPr>
            <a:lvl2pPr>
              <a:defRPr sz="1950" b="1">
                <a:solidFill>
                  <a:srgbClr val="143247"/>
                </a:solidFill>
                <a:latin typeface="Arial"/>
                <a:ea typeface="Arial"/>
                <a:cs typeface="Arial"/>
              </a:defRPr>
            </a:lvl2pPr>
            <a:lvl3pPr>
              <a:defRPr sz="1950" b="1">
                <a:solidFill>
                  <a:srgbClr val="143247"/>
                </a:solidFill>
                <a:latin typeface="Arial"/>
                <a:ea typeface="Arial"/>
                <a:cs typeface="Arial"/>
              </a:defRPr>
            </a:lvl3pPr>
            <a:lvl4pPr>
              <a:defRPr sz="1950" b="1">
                <a:solidFill>
                  <a:srgbClr val="143247"/>
                </a:solidFill>
                <a:latin typeface="Arial"/>
                <a:ea typeface="Arial"/>
                <a:cs typeface="Arial"/>
              </a:defRPr>
            </a:lvl4pPr>
            <a:lvl5pPr>
              <a:defRPr sz="1950" b="1">
                <a:solidFill>
                  <a:srgbClr val="143247"/>
                </a:solidFill>
                <a:latin typeface="Arial"/>
                <a:ea typeface="Arial"/>
                <a:cs typeface="Arial"/>
              </a:defRPr>
            </a:lvl5pPr>
            <a:lvl6pPr>
              <a:defRPr sz="1950" b="1">
                <a:solidFill>
                  <a:srgbClr val="143247"/>
                </a:solidFill>
                <a:latin typeface="Arial"/>
                <a:ea typeface="Arial"/>
                <a:cs typeface="Arial"/>
              </a:defRPr>
            </a:lvl6pPr>
            <a:lvl7pPr>
              <a:defRPr sz="1950" b="1">
                <a:solidFill>
                  <a:srgbClr val="143247"/>
                </a:solidFill>
                <a:latin typeface="Arial"/>
                <a:ea typeface="Arial"/>
                <a:cs typeface="Arial"/>
              </a:defRPr>
            </a:lvl7pPr>
            <a:lvl8pPr>
              <a:defRPr sz="1950" b="1">
                <a:solidFill>
                  <a:srgbClr val="143247"/>
                </a:solidFill>
                <a:latin typeface="Arial"/>
                <a:ea typeface="Arial"/>
                <a:cs typeface="Arial"/>
              </a:defRPr>
            </a:lvl8pPr>
            <a:lvl9pPr>
              <a:defRPr sz="1950" b="1">
                <a:solidFill>
                  <a:srgbClr val="143247"/>
                </a:solidFill>
                <a:latin typeface="Arial"/>
                <a:ea typeface="Arial"/>
                <a:cs typeface="Arial"/>
              </a:defRPr>
            </a:lvl9pPr>
          </a:lstStyle>
          <a:p xmlns:a="http://schemas.openxmlformats.org/drawingml/2006/main">
            <a:pPr>
              <a:defRPr sz="1950" b="1">
                <a:solidFill>
                  <a:srgbClr val="143247"/>
                </a:solidFill>
                <a:latin typeface="Arial"/>
                <a:ea typeface="Arial"/>
                <a:cs typeface="Arial"/>
              </a:defRPr>
            </a:pPr>
            <a:r>
              <a:rPr sz="1950" b="1">
                <a:solidFill>
                  <a:srgbClr val="143247"/>
                </a:solidFill>
                <a:latin typeface="Arial"/>
                <a:ea typeface="Arial"/>
                <a:cs typeface="Arial"/>
              </a:rPr>
              <a:t>work_orders</a:t>
            </a:r>
          </a:p>
        </p:txBody>
      </p:sp>
      <p:sp>
        <p:nvSpPr>
          <p:cNvPr id="12" name="">
            <a:extLst xmlns:a="http://schemas.openxmlformats.org/drawingml/2006/main">
              <a:ext uri="{FF2B5EF4-FFF2-40B4-BE49-F238E27FC236}">
                <a16:creationId xmlns:a16="http://schemas.microsoft.com/office/drawing/2014/main" id="{1A43A87F-70CB-48C3-A8D9-D12FCB1E1127}"/>
              </a:ext>
            </a:extLst>
          </p:cNvPr>
          <p:cNvSpPr>
            <a:spLocks xmlns:a="http://schemas.openxmlformats.org/drawingml/2006/main" noGrp="1"/>
          </p:cNvSpPr>
          <p:nvPr/>
        </p:nvSpPr>
        <p:spPr>
          <a:xfrm xmlns:a="http://schemas.openxmlformats.org/drawingml/2006/main">
            <a:off x="8277225" y="2619375"/>
            <a:ext cx="295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978"/>
                </a:solidFill>
                <a:latin typeface="Arial"/>
                <a:ea typeface="Arial"/>
                <a:cs typeface="Arial"/>
              </a:defRPr>
            </a:defPPr>
            <a:lvl1pPr>
              <a:defRPr sz="1425" b="0">
                <a:solidFill>
                  <a:srgbClr val="526978"/>
                </a:solidFill>
                <a:latin typeface="Arial"/>
                <a:ea typeface="Arial"/>
                <a:cs typeface="Arial"/>
              </a:defRPr>
            </a:lvl1pPr>
            <a:lvl2pPr>
              <a:defRPr sz="1425" b="0">
                <a:solidFill>
                  <a:srgbClr val="526978"/>
                </a:solidFill>
                <a:latin typeface="Arial"/>
                <a:ea typeface="Arial"/>
                <a:cs typeface="Arial"/>
              </a:defRPr>
            </a:lvl2pPr>
            <a:lvl3pPr>
              <a:defRPr sz="1425" b="0">
                <a:solidFill>
                  <a:srgbClr val="526978"/>
                </a:solidFill>
                <a:latin typeface="Arial"/>
                <a:ea typeface="Arial"/>
                <a:cs typeface="Arial"/>
              </a:defRPr>
            </a:lvl3pPr>
            <a:lvl4pPr>
              <a:defRPr sz="1425" b="0">
                <a:solidFill>
                  <a:srgbClr val="526978"/>
                </a:solidFill>
                <a:latin typeface="Arial"/>
                <a:ea typeface="Arial"/>
                <a:cs typeface="Arial"/>
              </a:defRPr>
            </a:lvl4pPr>
            <a:lvl5pPr>
              <a:defRPr sz="1425" b="0">
                <a:solidFill>
                  <a:srgbClr val="526978"/>
                </a:solidFill>
                <a:latin typeface="Arial"/>
                <a:ea typeface="Arial"/>
                <a:cs typeface="Arial"/>
              </a:defRPr>
            </a:lvl5pPr>
            <a:lvl6pPr>
              <a:defRPr sz="1425" b="0">
                <a:solidFill>
                  <a:srgbClr val="526978"/>
                </a:solidFill>
                <a:latin typeface="Arial"/>
                <a:ea typeface="Arial"/>
                <a:cs typeface="Arial"/>
              </a:defRPr>
            </a:lvl6pPr>
            <a:lvl7pPr>
              <a:defRPr sz="1425" b="0">
                <a:solidFill>
                  <a:srgbClr val="526978"/>
                </a:solidFill>
                <a:latin typeface="Arial"/>
                <a:ea typeface="Arial"/>
                <a:cs typeface="Arial"/>
              </a:defRPr>
            </a:lvl7pPr>
            <a:lvl8pPr>
              <a:defRPr sz="1425" b="0">
                <a:solidFill>
                  <a:srgbClr val="526978"/>
                </a:solidFill>
                <a:latin typeface="Arial"/>
                <a:ea typeface="Arial"/>
                <a:cs typeface="Arial"/>
              </a:defRPr>
            </a:lvl8pPr>
            <a:lvl9pPr>
              <a:defRPr sz="1425" b="0">
                <a:solidFill>
                  <a:srgbClr val="526978"/>
                </a:solidFill>
                <a:latin typeface="Arial"/>
                <a:ea typeface="Arial"/>
                <a:cs typeface="Arial"/>
              </a:defRPr>
            </a:lvl9pPr>
          </a:lstStyle>
          <a:p xmlns:a="http://schemas.openxmlformats.org/drawingml/2006/main">
            <a:pPr>
              <a:defRPr sz="1425" b="0">
                <a:solidFill>
                  <a:srgbClr val="526978"/>
                </a:solidFill>
                <a:latin typeface="Arial"/>
                <a:ea typeface="Arial"/>
                <a:cs typeface="Arial"/>
              </a:defRPr>
            </a:pPr>
            <a:r>
              <a:rPr sz="1425" b="0">
                <a:solidFill>
                  <a:srgbClr val="526978"/>
                </a:solidFill>
                <a:latin typeface="Arial"/>
                <a:ea typeface="Arial"/>
                <a:cs typeface="Arial"/>
              </a:rPr>
              <a:t>PK work_order_id</a:t>
            </a:r>
          </a:p>
          <a:p xmlns:a="http://schemas.openxmlformats.org/drawingml/2006/main">
            <a:pPr>
              <a:defRPr sz="1425" b="0">
                <a:solidFill>
                  <a:srgbClr val="526978"/>
                </a:solidFill>
                <a:latin typeface="Arial"/>
                <a:ea typeface="Arial"/>
                <a:cs typeface="Arial"/>
              </a:defRPr>
            </a:pPr>
            <a:r>
              <a:rPr sz="1425" b="0">
                <a:solidFill>
                  <a:srgbClr val="526978"/>
                </a:solidFill>
                <a:latin typeface="Arial"/>
                <a:ea typeface="Arial"/>
                <a:cs typeface="Arial"/>
              </a:rPr>
              <a:t>FK + UQ complaint_id</a:t>
            </a:r>
          </a:p>
        </p:txBody>
      </p:sp>
      <p:sp>
        <p:nvSpPr>
          <p:cNvPr id="13" name="">
            <a:extLst xmlns:a="http://schemas.openxmlformats.org/drawingml/2006/main">
              <a:ext uri="{FF2B5EF4-FFF2-40B4-BE49-F238E27FC236}">
                <a16:creationId xmlns:a16="http://schemas.microsoft.com/office/drawing/2014/main" id="{0813AB0D-C022-4F92-B954-3D6C8F862F48}"/>
              </a:ext>
            </a:extLst>
          </p:cNvPr>
          <p:cNvSpPr>
            <a:spLocks xmlns:a="http://schemas.openxmlformats.org/drawingml/2006/main" noGrp="1"/>
          </p:cNvSpPr>
          <p:nvPr/>
        </p:nvSpPr>
        <p:spPr>
          <a:xfrm xmlns:a="http://schemas.openxmlformats.org/drawingml/2006/main">
            <a:off x="609600" y="4362450"/>
            <a:ext cx="3238500" cy="1362075"/>
          </a:xfrm>
          <a:prstGeom xmlns:a="http://schemas.openxmlformats.org/drawingml/2006/main" prst="rect">
            <a:avLst/>
          </a:prstGeom>
          <a:solidFill xmlns:a="http://schemas.openxmlformats.org/drawingml/2006/main">
            <a:srgbClr val="EAF3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B2664FE-7A66-4D34-A692-99CEF88963D7}"/>
              </a:ext>
            </a:extLst>
          </p:cNvPr>
          <p:cNvSpPr>
            <a:spLocks xmlns:a="http://schemas.openxmlformats.org/drawingml/2006/main" noGrp="1"/>
          </p:cNvSpPr>
          <p:nvPr/>
        </p:nvSpPr>
        <p:spPr>
          <a:xfrm xmlns:a="http://schemas.openxmlformats.org/drawingml/2006/main">
            <a:off x="752475" y="452437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43247"/>
                </a:solidFill>
                <a:latin typeface="Arial"/>
                <a:ea typeface="Arial"/>
                <a:cs typeface="Arial"/>
              </a:defRPr>
            </a:defPPr>
            <a:lvl1pPr>
              <a:defRPr sz="1950" b="1">
                <a:solidFill>
                  <a:srgbClr val="143247"/>
                </a:solidFill>
                <a:latin typeface="Arial"/>
                <a:ea typeface="Arial"/>
                <a:cs typeface="Arial"/>
              </a:defRPr>
            </a:lvl1pPr>
            <a:lvl2pPr>
              <a:defRPr sz="1950" b="1">
                <a:solidFill>
                  <a:srgbClr val="143247"/>
                </a:solidFill>
                <a:latin typeface="Arial"/>
                <a:ea typeface="Arial"/>
                <a:cs typeface="Arial"/>
              </a:defRPr>
            </a:lvl2pPr>
            <a:lvl3pPr>
              <a:defRPr sz="1950" b="1">
                <a:solidFill>
                  <a:srgbClr val="143247"/>
                </a:solidFill>
                <a:latin typeface="Arial"/>
                <a:ea typeface="Arial"/>
                <a:cs typeface="Arial"/>
              </a:defRPr>
            </a:lvl3pPr>
            <a:lvl4pPr>
              <a:defRPr sz="1950" b="1">
                <a:solidFill>
                  <a:srgbClr val="143247"/>
                </a:solidFill>
                <a:latin typeface="Arial"/>
                <a:ea typeface="Arial"/>
                <a:cs typeface="Arial"/>
              </a:defRPr>
            </a:lvl4pPr>
            <a:lvl5pPr>
              <a:defRPr sz="1950" b="1">
                <a:solidFill>
                  <a:srgbClr val="143247"/>
                </a:solidFill>
                <a:latin typeface="Arial"/>
                <a:ea typeface="Arial"/>
                <a:cs typeface="Arial"/>
              </a:defRPr>
            </a:lvl5pPr>
            <a:lvl6pPr>
              <a:defRPr sz="1950" b="1">
                <a:solidFill>
                  <a:srgbClr val="143247"/>
                </a:solidFill>
                <a:latin typeface="Arial"/>
                <a:ea typeface="Arial"/>
                <a:cs typeface="Arial"/>
              </a:defRPr>
            </a:lvl6pPr>
            <a:lvl7pPr>
              <a:defRPr sz="1950" b="1">
                <a:solidFill>
                  <a:srgbClr val="143247"/>
                </a:solidFill>
                <a:latin typeface="Arial"/>
                <a:ea typeface="Arial"/>
                <a:cs typeface="Arial"/>
              </a:defRPr>
            </a:lvl7pPr>
            <a:lvl8pPr>
              <a:defRPr sz="1950" b="1">
                <a:solidFill>
                  <a:srgbClr val="143247"/>
                </a:solidFill>
                <a:latin typeface="Arial"/>
                <a:ea typeface="Arial"/>
                <a:cs typeface="Arial"/>
              </a:defRPr>
            </a:lvl8pPr>
            <a:lvl9pPr>
              <a:defRPr sz="1950" b="1">
                <a:solidFill>
                  <a:srgbClr val="143247"/>
                </a:solidFill>
                <a:latin typeface="Arial"/>
                <a:ea typeface="Arial"/>
                <a:cs typeface="Arial"/>
              </a:defRPr>
            </a:lvl9pPr>
          </a:lstStyle>
          <a:p xmlns:a="http://schemas.openxmlformats.org/drawingml/2006/main">
            <a:pPr>
              <a:defRPr sz="1950" b="1">
                <a:solidFill>
                  <a:srgbClr val="143247"/>
                </a:solidFill>
                <a:latin typeface="Arial"/>
                <a:ea typeface="Arial"/>
                <a:cs typeface="Arial"/>
              </a:defRPr>
            </a:pPr>
            <a:r>
              <a:rPr sz="1950" b="1">
                <a:solidFill>
                  <a:srgbClr val="143247"/>
                </a:solidFill>
                <a:latin typeface="Arial"/>
                <a:ea typeface="Arial"/>
                <a:cs typeface="Arial"/>
              </a:rPr>
              <a:t>repair_reviews</a:t>
            </a:r>
          </a:p>
        </p:txBody>
      </p:sp>
      <p:sp>
        <p:nvSpPr>
          <p:cNvPr id="15" name="">
            <a:extLst xmlns:a="http://schemas.openxmlformats.org/drawingml/2006/main">
              <a:ext uri="{FF2B5EF4-FFF2-40B4-BE49-F238E27FC236}">
                <a16:creationId xmlns:a16="http://schemas.microsoft.com/office/drawing/2014/main" id="{0738E06D-6451-4A04-A35F-75F239F16120}"/>
              </a:ext>
            </a:extLst>
          </p:cNvPr>
          <p:cNvSpPr>
            <a:spLocks xmlns:a="http://schemas.openxmlformats.org/drawingml/2006/main" noGrp="1"/>
          </p:cNvSpPr>
          <p:nvPr/>
        </p:nvSpPr>
        <p:spPr>
          <a:xfrm xmlns:a="http://schemas.openxmlformats.org/drawingml/2006/main">
            <a:off x="752475" y="5019675"/>
            <a:ext cx="295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978"/>
                </a:solidFill>
                <a:latin typeface="Arial"/>
                <a:ea typeface="Arial"/>
                <a:cs typeface="Arial"/>
              </a:defRPr>
            </a:defPPr>
            <a:lvl1pPr>
              <a:defRPr sz="1425" b="0">
                <a:solidFill>
                  <a:srgbClr val="526978"/>
                </a:solidFill>
                <a:latin typeface="Arial"/>
                <a:ea typeface="Arial"/>
                <a:cs typeface="Arial"/>
              </a:defRPr>
            </a:lvl1pPr>
            <a:lvl2pPr>
              <a:defRPr sz="1425" b="0">
                <a:solidFill>
                  <a:srgbClr val="526978"/>
                </a:solidFill>
                <a:latin typeface="Arial"/>
                <a:ea typeface="Arial"/>
                <a:cs typeface="Arial"/>
              </a:defRPr>
            </a:lvl2pPr>
            <a:lvl3pPr>
              <a:defRPr sz="1425" b="0">
                <a:solidFill>
                  <a:srgbClr val="526978"/>
                </a:solidFill>
                <a:latin typeface="Arial"/>
                <a:ea typeface="Arial"/>
                <a:cs typeface="Arial"/>
              </a:defRPr>
            </a:lvl3pPr>
            <a:lvl4pPr>
              <a:defRPr sz="1425" b="0">
                <a:solidFill>
                  <a:srgbClr val="526978"/>
                </a:solidFill>
                <a:latin typeface="Arial"/>
                <a:ea typeface="Arial"/>
                <a:cs typeface="Arial"/>
              </a:defRPr>
            </a:lvl4pPr>
            <a:lvl5pPr>
              <a:defRPr sz="1425" b="0">
                <a:solidFill>
                  <a:srgbClr val="526978"/>
                </a:solidFill>
                <a:latin typeface="Arial"/>
                <a:ea typeface="Arial"/>
                <a:cs typeface="Arial"/>
              </a:defRPr>
            </a:lvl5pPr>
            <a:lvl6pPr>
              <a:defRPr sz="1425" b="0">
                <a:solidFill>
                  <a:srgbClr val="526978"/>
                </a:solidFill>
                <a:latin typeface="Arial"/>
                <a:ea typeface="Arial"/>
                <a:cs typeface="Arial"/>
              </a:defRPr>
            </a:lvl6pPr>
            <a:lvl7pPr>
              <a:defRPr sz="1425" b="0">
                <a:solidFill>
                  <a:srgbClr val="526978"/>
                </a:solidFill>
                <a:latin typeface="Arial"/>
                <a:ea typeface="Arial"/>
                <a:cs typeface="Arial"/>
              </a:defRPr>
            </a:lvl7pPr>
            <a:lvl8pPr>
              <a:defRPr sz="1425" b="0">
                <a:solidFill>
                  <a:srgbClr val="526978"/>
                </a:solidFill>
                <a:latin typeface="Arial"/>
                <a:ea typeface="Arial"/>
                <a:cs typeface="Arial"/>
              </a:defRPr>
            </a:lvl8pPr>
            <a:lvl9pPr>
              <a:defRPr sz="1425" b="0">
                <a:solidFill>
                  <a:srgbClr val="526978"/>
                </a:solidFill>
                <a:latin typeface="Arial"/>
                <a:ea typeface="Arial"/>
                <a:cs typeface="Arial"/>
              </a:defRPr>
            </a:lvl9pPr>
          </a:lstStyle>
          <a:p xmlns:a="http://schemas.openxmlformats.org/drawingml/2006/main">
            <a:pPr>
              <a:defRPr sz="1425" b="0">
                <a:solidFill>
                  <a:srgbClr val="526978"/>
                </a:solidFill>
                <a:latin typeface="Arial"/>
                <a:ea typeface="Arial"/>
                <a:cs typeface="Arial"/>
              </a:defRPr>
            </a:pPr>
            <a:r>
              <a:rPr sz="1425" b="0">
                <a:solidFill>
                  <a:srgbClr val="526978"/>
                </a:solidFill>
                <a:latin typeface="Arial"/>
                <a:ea typeface="Arial"/>
                <a:cs typeface="Arial"/>
              </a:rPr>
              <a:t>PK review_id</a:t>
            </a:r>
          </a:p>
          <a:p xmlns:a="http://schemas.openxmlformats.org/drawingml/2006/main">
            <a:pPr>
              <a:defRPr sz="1425" b="0">
                <a:solidFill>
                  <a:srgbClr val="526978"/>
                </a:solidFill>
                <a:latin typeface="Arial"/>
                <a:ea typeface="Arial"/>
                <a:cs typeface="Arial"/>
              </a:defRPr>
            </a:pPr>
            <a:r>
              <a:rPr sz="1425" b="0">
                <a:solidFill>
                  <a:srgbClr val="526978"/>
                </a:solidFill>
                <a:latin typeface="Arial"/>
                <a:ea typeface="Arial"/>
                <a:cs typeface="Arial"/>
              </a:rPr>
              <a:t>FK + UQ maintenance_record_id</a:t>
            </a:r>
          </a:p>
        </p:txBody>
      </p:sp>
      <p:sp>
        <p:nvSpPr>
          <p:cNvPr id="16" name="">
            <a:extLst xmlns:a="http://schemas.openxmlformats.org/drawingml/2006/main">
              <a:ext uri="{FF2B5EF4-FFF2-40B4-BE49-F238E27FC236}">
                <a16:creationId xmlns:a16="http://schemas.microsoft.com/office/drawing/2014/main" id="{5EF47AEF-7FBF-45CE-81A8-E630527E886D}"/>
              </a:ext>
            </a:extLst>
          </p:cNvPr>
          <p:cNvSpPr>
            <a:spLocks xmlns:a="http://schemas.openxmlformats.org/drawingml/2006/main" noGrp="1"/>
          </p:cNvSpPr>
          <p:nvPr/>
        </p:nvSpPr>
        <p:spPr>
          <a:xfrm xmlns:a="http://schemas.openxmlformats.org/drawingml/2006/main">
            <a:off x="4371975" y="4362450"/>
            <a:ext cx="3238500" cy="1362075"/>
          </a:xfrm>
          <a:prstGeom xmlns:a="http://schemas.openxmlformats.org/drawingml/2006/main" prst="rect">
            <a:avLst/>
          </a:prstGeom>
          <a:solidFill xmlns:a="http://schemas.openxmlformats.org/drawingml/2006/main">
            <a:srgbClr val="EAF3F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66BFD77-EC0A-4AD2-AE2C-BE23DCC9D1D4}"/>
              </a:ext>
            </a:extLst>
          </p:cNvPr>
          <p:cNvSpPr>
            <a:spLocks xmlns:a="http://schemas.openxmlformats.org/drawingml/2006/main" noGrp="1"/>
          </p:cNvSpPr>
          <p:nvPr/>
        </p:nvSpPr>
        <p:spPr>
          <a:xfrm xmlns:a="http://schemas.openxmlformats.org/drawingml/2006/main">
            <a:off x="4514850" y="452437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43247"/>
                </a:solidFill>
                <a:latin typeface="Arial"/>
                <a:ea typeface="Arial"/>
                <a:cs typeface="Arial"/>
              </a:defRPr>
            </a:defPPr>
            <a:lvl1pPr>
              <a:defRPr sz="1950" b="1">
                <a:solidFill>
                  <a:srgbClr val="143247"/>
                </a:solidFill>
                <a:latin typeface="Arial"/>
                <a:ea typeface="Arial"/>
                <a:cs typeface="Arial"/>
              </a:defRPr>
            </a:lvl1pPr>
            <a:lvl2pPr>
              <a:defRPr sz="1950" b="1">
                <a:solidFill>
                  <a:srgbClr val="143247"/>
                </a:solidFill>
                <a:latin typeface="Arial"/>
                <a:ea typeface="Arial"/>
                <a:cs typeface="Arial"/>
              </a:defRPr>
            </a:lvl2pPr>
            <a:lvl3pPr>
              <a:defRPr sz="1950" b="1">
                <a:solidFill>
                  <a:srgbClr val="143247"/>
                </a:solidFill>
                <a:latin typeface="Arial"/>
                <a:ea typeface="Arial"/>
                <a:cs typeface="Arial"/>
              </a:defRPr>
            </a:lvl3pPr>
            <a:lvl4pPr>
              <a:defRPr sz="1950" b="1">
                <a:solidFill>
                  <a:srgbClr val="143247"/>
                </a:solidFill>
                <a:latin typeface="Arial"/>
                <a:ea typeface="Arial"/>
                <a:cs typeface="Arial"/>
              </a:defRPr>
            </a:lvl4pPr>
            <a:lvl5pPr>
              <a:defRPr sz="1950" b="1">
                <a:solidFill>
                  <a:srgbClr val="143247"/>
                </a:solidFill>
                <a:latin typeface="Arial"/>
                <a:ea typeface="Arial"/>
                <a:cs typeface="Arial"/>
              </a:defRPr>
            </a:lvl5pPr>
            <a:lvl6pPr>
              <a:defRPr sz="1950" b="1">
                <a:solidFill>
                  <a:srgbClr val="143247"/>
                </a:solidFill>
                <a:latin typeface="Arial"/>
                <a:ea typeface="Arial"/>
                <a:cs typeface="Arial"/>
              </a:defRPr>
            </a:lvl6pPr>
            <a:lvl7pPr>
              <a:defRPr sz="1950" b="1">
                <a:solidFill>
                  <a:srgbClr val="143247"/>
                </a:solidFill>
                <a:latin typeface="Arial"/>
                <a:ea typeface="Arial"/>
                <a:cs typeface="Arial"/>
              </a:defRPr>
            </a:lvl7pPr>
            <a:lvl8pPr>
              <a:defRPr sz="1950" b="1">
                <a:solidFill>
                  <a:srgbClr val="143247"/>
                </a:solidFill>
                <a:latin typeface="Arial"/>
                <a:ea typeface="Arial"/>
                <a:cs typeface="Arial"/>
              </a:defRPr>
            </a:lvl8pPr>
            <a:lvl9pPr>
              <a:defRPr sz="1950" b="1">
                <a:solidFill>
                  <a:srgbClr val="143247"/>
                </a:solidFill>
                <a:latin typeface="Arial"/>
                <a:ea typeface="Arial"/>
                <a:cs typeface="Arial"/>
              </a:defRPr>
            </a:lvl9pPr>
          </a:lstStyle>
          <a:p xmlns:a="http://schemas.openxmlformats.org/drawingml/2006/main">
            <a:pPr>
              <a:defRPr sz="1950" b="1">
                <a:solidFill>
                  <a:srgbClr val="143247"/>
                </a:solidFill>
                <a:latin typeface="Arial"/>
                <a:ea typeface="Arial"/>
                <a:cs typeface="Arial"/>
              </a:defRPr>
            </a:pPr>
            <a:r>
              <a:rPr sz="1950" b="1">
                <a:solidFill>
                  <a:srgbClr val="143247"/>
                </a:solidFill>
                <a:latin typeface="Arial"/>
                <a:ea typeface="Arial"/>
                <a:cs typeface="Arial"/>
              </a:rPr>
              <a:t>maintenance_records</a:t>
            </a:r>
          </a:p>
        </p:txBody>
      </p:sp>
      <p:sp>
        <p:nvSpPr>
          <p:cNvPr id="18" name="">
            <a:extLst xmlns:a="http://schemas.openxmlformats.org/drawingml/2006/main">
              <a:ext uri="{FF2B5EF4-FFF2-40B4-BE49-F238E27FC236}">
                <a16:creationId xmlns:a16="http://schemas.microsoft.com/office/drawing/2014/main" id="{3E1D664F-030E-4B55-9CCE-95BB4F3FDE39}"/>
              </a:ext>
            </a:extLst>
          </p:cNvPr>
          <p:cNvSpPr>
            <a:spLocks xmlns:a="http://schemas.openxmlformats.org/drawingml/2006/main" noGrp="1"/>
          </p:cNvSpPr>
          <p:nvPr/>
        </p:nvSpPr>
        <p:spPr>
          <a:xfrm xmlns:a="http://schemas.openxmlformats.org/drawingml/2006/main">
            <a:off x="4514850" y="5019675"/>
            <a:ext cx="295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978"/>
                </a:solidFill>
                <a:latin typeface="Arial"/>
                <a:ea typeface="Arial"/>
                <a:cs typeface="Arial"/>
              </a:defRPr>
            </a:defPPr>
            <a:lvl1pPr>
              <a:defRPr sz="1425" b="0">
                <a:solidFill>
                  <a:srgbClr val="526978"/>
                </a:solidFill>
                <a:latin typeface="Arial"/>
                <a:ea typeface="Arial"/>
                <a:cs typeface="Arial"/>
              </a:defRPr>
            </a:lvl1pPr>
            <a:lvl2pPr>
              <a:defRPr sz="1425" b="0">
                <a:solidFill>
                  <a:srgbClr val="526978"/>
                </a:solidFill>
                <a:latin typeface="Arial"/>
                <a:ea typeface="Arial"/>
                <a:cs typeface="Arial"/>
              </a:defRPr>
            </a:lvl2pPr>
            <a:lvl3pPr>
              <a:defRPr sz="1425" b="0">
                <a:solidFill>
                  <a:srgbClr val="526978"/>
                </a:solidFill>
                <a:latin typeface="Arial"/>
                <a:ea typeface="Arial"/>
                <a:cs typeface="Arial"/>
              </a:defRPr>
            </a:lvl3pPr>
            <a:lvl4pPr>
              <a:defRPr sz="1425" b="0">
                <a:solidFill>
                  <a:srgbClr val="526978"/>
                </a:solidFill>
                <a:latin typeface="Arial"/>
                <a:ea typeface="Arial"/>
                <a:cs typeface="Arial"/>
              </a:defRPr>
            </a:lvl4pPr>
            <a:lvl5pPr>
              <a:defRPr sz="1425" b="0">
                <a:solidFill>
                  <a:srgbClr val="526978"/>
                </a:solidFill>
                <a:latin typeface="Arial"/>
                <a:ea typeface="Arial"/>
                <a:cs typeface="Arial"/>
              </a:defRPr>
            </a:lvl5pPr>
            <a:lvl6pPr>
              <a:defRPr sz="1425" b="0">
                <a:solidFill>
                  <a:srgbClr val="526978"/>
                </a:solidFill>
                <a:latin typeface="Arial"/>
                <a:ea typeface="Arial"/>
                <a:cs typeface="Arial"/>
              </a:defRPr>
            </a:lvl6pPr>
            <a:lvl7pPr>
              <a:defRPr sz="1425" b="0">
                <a:solidFill>
                  <a:srgbClr val="526978"/>
                </a:solidFill>
                <a:latin typeface="Arial"/>
                <a:ea typeface="Arial"/>
                <a:cs typeface="Arial"/>
              </a:defRPr>
            </a:lvl7pPr>
            <a:lvl8pPr>
              <a:defRPr sz="1425" b="0">
                <a:solidFill>
                  <a:srgbClr val="526978"/>
                </a:solidFill>
                <a:latin typeface="Arial"/>
                <a:ea typeface="Arial"/>
                <a:cs typeface="Arial"/>
              </a:defRPr>
            </a:lvl8pPr>
            <a:lvl9pPr>
              <a:defRPr sz="1425" b="0">
                <a:solidFill>
                  <a:srgbClr val="526978"/>
                </a:solidFill>
                <a:latin typeface="Arial"/>
                <a:ea typeface="Arial"/>
                <a:cs typeface="Arial"/>
              </a:defRPr>
            </a:lvl9pPr>
          </a:lstStyle>
          <a:p xmlns:a="http://schemas.openxmlformats.org/drawingml/2006/main">
            <a:pPr>
              <a:defRPr sz="1425" b="0">
                <a:solidFill>
                  <a:srgbClr val="526978"/>
                </a:solidFill>
                <a:latin typeface="Arial"/>
                <a:ea typeface="Arial"/>
                <a:cs typeface="Arial"/>
              </a:defRPr>
            </a:pPr>
            <a:r>
              <a:rPr sz="1425" b="0">
                <a:solidFill>
                  <a:srgbClr val="526978"/>
                </a:solidFill>
                <a:latin typeface="Arial"/>
                <a:ea typeface="Arial"/>
                <a:cs typeface="Arial"/>
              </a:rPr>
              <a:t>PK maintenance_record_id</a:t>
            </a:r>
          </a:p>
          <a:p xmlns:a="http://schemas.openxmlformats.org/drawingml/2006/main">
            <a:pPr>
              <a:defRPr sz="1425" b="0">
                <a:solidFill>
                  <a:srgbClr val="526978"/>
                </a:solidFill>
                <a:latin typeface="Arial"/>
                <a:ea typeface="Arial"/>
                <a:cs typeface="Arial"/>
              </a:defRPr>
            </a:pPr>
            <a:r>
              <a:rPr sz="1425" b="0">
                <a:solidFill>
                  <a:srgbClr val="526978"/>
                </a:solidFill>
                <a:latin typeface="Arial"/>
                <a:ea typeface="Arial"/>
                <a:cs typeface="Arial"/>
              </a:rPr>
              <a:t>FK work_order_id</a:t>
            </a:r>
          </a:p>
        </p:txBody>
      </p:sp>
      <p:sp>
        <p:nvSpPr>
          <p:cNvPr id="19" name="">
            <a:extLst xmlns:a="http://schemas.openxmlformats.org/drawingml/2006/main">
              <a:ext uri="{FF2B5EF4-FFF2-40B4-BE49-F238E27FC236}">
                <a16:creationId xmlns:a16="http://schemas.microsoft.com/office/drawing/2014/main" id="{6945AEE7-C3B6-468C-9C46-C4274D93E1A9}"/>
              </a:ext>
            </a:extLst>
          </p:cNvPr>
          <p:cNvSpPr>
            <a:spLocks xmlns:a="http://schemas.openxmlformats.org/drawingml/2006/main" noGrp="1"/>
          </p:cNvSpPr>
          <p:nvPr/>
        </p:nvSpPr>
        <p:spPr>
          <a:xfrm xmlns:a="http://schemas.openxmlformats.org/drawingml/2006/main">
            <a:off x="3924300" y="2419350"/>
            <a:ext cx="38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87F8C"/>
                </a:solidFill>
                <a:latin typeface="Arial"/>
                <a:ea typeface="Arial"/>
                <a:cs typeface="Arial"/>
              </a:defRPr>
            </a:defPPr>
            <a:lvl1pPr>
              <a:defRPr sz="2550" b="1">
                <a:solidFill>
                  <a:srgbClr val="087F8C"/>
                </a:solidFill>
                <a:latin typeface="Arial"/>
                <a:ea typeface="Arial"/>
                <a:cs typeface="Arial"/>
              </a:defRPr>
            </a:lvl1pPr>
            <a:lvl2pPr>
              <a:defRPr sz="2550" b="1">
                <a:solidFill>
                  <a:srgbClr val="087F8C"/>
                </a:solidFill>
                <a:latin typeface="Arial"/>
                <a:ea typeface="Arial"/>
                <a:cs typeface="Arial"/>
              </a:defRPr>
            </a:lvl2pPr>
            <a:lvl3pPr>
              <a:defRPr sz="2550" b="1">
                <a:solidFill>
                  <a:srgbClr val="087F8C"/>
                </a:solidFill>
                <a:latin typeface="Arial"/>
                <a:ea typeface="Arial"/>
                <a:cs typeface="Arial"/>
              </a:defRPr>
            </a:lvl3pPr>
            <a:lvl4pPr>
              <a:defRPr sz="2550" b="1">
                <a:solidFill>
                  <a:srgbClr val="087F8C"/>
                </a:solidFill>
                <a:latin typeface="Arial"/>
                <a:ea typeface="Arial"/>
                <a:cs typeface="Arial"/>
              </a:defRPr>
            </a:lvl4pPr>
            <a:lvl5pPr>
              <a:defRPr sz="2550" b="1">
                <a:solidFill>
                  <a:srgbClr val="087F8C"/>
                </a:solidFill>
                <a:latin typeface="Arial"/>
                <a:ea typeface="Arial"/>
                <a:cs typeface="Arial"/>
              </a:defRPr>
            </a:lvl5pPr>
            <a:lvl6pPr>
              <a:defRPr sz="2550" b="1">
                <a:solidFill>
                  <a:srgbClr val="087F8C"/>
                </a:solidFill>
                <a:latin typeface="Arial"/>
                <a:ea typeface="Arial"/>
                <a:cs typeface="Arial"/>
              </a:defRPr>
            </a:lvl6pPr>
            <a:lvl7pPr>
              <a:defRPr sz="2550" b="1">
                <a:solidFill>
                  <a:srgbClr val="087F8C"/>
                </a:solidFill>
                <a:latin typeface="Arial"/>
                <a:ea typeface="Arial"/>
                <a:cs typeface="Arial"/>
              </a:defRPr>
            </a:lvl7pPr>
            <a:lvl8pPr>
              <a:defRPr sz="2550" b="1">
                <a:solidFill>
                  <a:srgbClr val="087F8C"/>
                </a:solidFill>
                <a:latin typeface="Arial"/>
                <a:ea typeface="Arial"/>
                <a:cs typeface="Arial"/>
              </a:defRPr>
            </a:lvl8pPr>
            <a:lvl9pPr>
              <a:defRPr sz="2550" b="1">
                <a:solidFill>
                  <a:srgbClr val="087F8C"/>
                </a:solidFill>
                <a:latin typeface="Arial"/>
                <a:ea typeface="Arial"/>
                <a:cs typeface="Arial"/>
              </a:defRPr>
            </a:lvl9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8F06C0F8-C428-4720-AB3E-C929930ED5AF}"/>
              </a:ext>
            </a:extLst>
          </p:cNvPr>
          <p:cNvSpPr>
            <a:spLocks xmlns:a="http://schemas.openxmlformats.org/drawingml/2006/main" noGrp="1"/>
          </p:cNvSpPr>
          <p:nvPr/>
        </p:nvSpPr>
        <p:spPr>
          <a:xfrm xmlns:a="http://schemas.openxmlformats.org/drawingml/2006/main">
            <a:off x="7658100" y="2419350"/>
            <a:ext cx="38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87F8C"/>
                </a:solidFill>
                <a:latin typeface="Arial"/>
                <a:ea typeface="Arial"/>
                <a:cs typeface="Arial"/>
              </a:defRPr>
            </a:defPPr>
            <a:lvl1pPr>
              <a:defRPr sz="2550" b="1">
                <a:solidFill>
                  <a:srgbClr val="087F8C"/>
                </a:solidFill>
                <a:latin typeface="Arial"/>
                <a:ea typeface="Arial"/>
                <a:cs typeface="Arial"/>
              </a:defRPr>
            </a:lvl1pPr>
            <a:lvl2pPr>
              <a:defRPr sz="2550" b="1">
                <a:solidFill>
                  <a:srgbClr val="087F8C"/>
                </a:solidFill>
                <a:latin typeface="Arial"/>
                <a:ea typeface="Arial"/>
                <a:cs typeface="Arial"/>
              </a:defRPr>
            </a:lvl2pPr>
            <a:lvl3pPr>
              <a:defRPr sz="2550" b="1">
                <a:solidFill>
                  <a:srgbClr val="087F8C"/>
                </a:solidFill>
                <a:latin typeface="Arial"/>
                <a:ea typeface="Arial"/>
                <a:cs typeface="Arial"/>
              </a:defRPr>
            </a:lvl3pPr>
            <a:lvl4pPr>
              <a:defRPr sz="2550" b="1">
                <a:solidFill>
                  <a:srgbClr val="087F8C"/>
                </a:solidFill>
                <a:latin typeface="Arial"/>
                <a:ea typeface="Arial"/>
                <a:cs typeface="Arial"/>
              </a:defRPr>
            </a:lvl4pPr>
            <a:lvl5pPr>
              <a:defRPr sz="2550" b="1">
                <a:solidFill>
                  <a:srgbClr val="087F8C"/>
                </a:solidFill>
                <a:latin typeface="Arial"/>
                <a:ea typeface="Arial"/>
                <a:cs typeface="Arial"/>
              </a:defRPr>
            </a:lvl5pPr>
            <a:lvl6pPr>
              <a:defRPr sz="2550" b="1">
                <a:solidFill>
                  <a:srgbClr val="087F8C"/>
                </a:solidFill>
                <a:latin typeface="Arial"/>
                <a:ea typeface="Arial"/>
                <a:cs typeface="Arial"/>
              </a:defRPr>
            </a:lvl6pPr>
            <a:lvl7pPr>
              <a:defRPr sz="2550" b="1">
                <a:solidFill>
                  <a:srgbClr val="087F8C"/>
                </a:solidFill>
                <a:latin typeface="Arial"/>
                <a:ea typeface="Arial"/>
                <a:cs typeface="Arial"/>
              </a:defRPr>
            </a:lvl7pPr>
            <a:lvl8pPr>
              <a:defRPr sz="2550" b="1">
                <a:solidFill>
                  <a:srgbClr val="087F8C"/>
                </a:solidFill>
                <a:latin typeface="Arial"/>
                <a:ea typeface="Arial"/>
                <a:cs typeface="Arial"/>
              </a:defRPr>
            </a:lvl8pPr>
            <a:lvl9pPr>
              <a:defRPr sz="2550" b="1">
                <a:solidFill>
                  <a:srgbClr val="087F8C"/>
                </a:solidFill>
                <a:latin typeface="Arial"/>
                <a:ea typeface="Arial"/>
                <a:cs typeface="Arial"/>
              </a:defRPr>
            </a:lvl9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B4A5074C-9E87-4D64-9CBB-CCECEA878522}"/>
              </a:ext>
            </a:extLst>
          </p:cNvPr>
          <p:cNvSpPr>
            <a:spLocks xmlns:a="http://schemas.openxmlformats.org/drawingml/2006/main" noGrp="1"/>
          </p:cNvSpPr>
          <p:nvPr/>
        </p:nvSpPr>
        <p:spPr>
          <a:xfrm xmlns:a="http://schemas.openxmlformats.org/drawingml/2006/main">
            <a:off x="2943225" y="343852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087F8C"/>
                </a:solidFill>
                <a:latin typeface="Arial"/>
                <a:ea typeface="Arial"/>
                <a:cs typeface="Arial"/>
              </a:defRPr>
            </a:defPPr>
            <a:lvl1pPr>
              <a:defRPr sz="1500" b="1">
                <a:solidFill>
                  <a:srgbClr val="087F8C"/>
                </a:solidFill>
                <a:latin typeface="Arial"/>
                <a:ea typeface="Arial"/>
                <a:cs typeface="Arial"/>
              </a:defRPr>
            </a:lvl1pPr>
            <a:lvl2pPr>
              <a:defRPr sz="1500" b="1">
                <a:solidFill>
                  <a:srgbClr val="087F8C"/>
                </a:solidFill>
                <a:latin typeface="Arial"/>
                <a:ea typeface="Arial"/>
                <a:cs typeface="Arial"/>
              </a:defRPr>
            </a:lvl2pPr>
            <a:lvl3pPr>
              <a:defRPr sz="1500" b="1">
                <a:solidFill>
                  <a:srgbClr val="087F8C"/>
                </a:solidFill>
                <a:latin typeface="Arial"/>
                <a:ea typeface="Arial"/>
                <a:cs typeface="Arial"/>
              </a:defRPr>
            </a:lvl3pPr>
            <a:lvl4pPr>
              <a:defRPr sz="1500" b="1">
                <a:solidFill>
                  <a:srgbClr val="087F8C"/>
                </a:solidFill>
                <a:latin typeface="Arial"/>
                <a:ea typeface="Arial"/>
                <a:cs typeface="Arial"/>
              </a:defRPr>
            </a:lvl4pPr>
            <a:lvl5pPr>
              <a:defRPr sz="1500" b="1">
                <a:solidFill>
                  <a:srgbClr val="087F8C"/>
                </a:solidFill>
                <a:latin typeface="Arial"/>
                <a:ea typeface="Arial"/>
                <a:cs typeface="Arial"/>
              </a:defRPr>
            </a:lvl5pPr>
            <a:lvl6pPr>
              <a:defRPr sz="1500" b="1">
                <a:solidFill>
                  <a:srgbClr val="087F8C"/>
                </a:solidFill>
                <a:latin typeface="Arial"/>
                <a:ea typeface="Arial"/>
                <a:cs typeface="Arial"/>
              </a:defRPr>
            </a:lvl6pPr>
            <a:lvl7pPr>
              <a:defRPr sz="1500" b="1">
                <a:solidFill>
                  <a:srgbClr val="087F8C"/>
                </a:solidFill>
                <a:latin typeface="Arial"/>
                <a:ea typeface="Arial"/>
                <a:cs typeface="Arial"/>
              </a:defRPr>
            </a:lvl7pPr>
            <a:lvl8pPr>
              <a:defRPr sz="1500" b="1">
                <a:solidFill>
                  <a:srgbClr val="087F8C"/>
                </a:solidFill>
                <a:latin typeface="Arial"/>
                <a:ea typeface="Arial"/>
                <a:cs typeface="Arial"/>
              </a:defRPr>
            </a:lvl8pPr>
            <a:lvl9pPr>
              <a:defRPr sz="1500" b="1">
                <a:solidFill>
                  <a:srgbClr val="087F8C"/>
                </a:solidFill>
                <a:latin typeface="Arial"/>
                <a:ea typeface="Arial"/>
                <a:cs typeface="Arial"/>
              </a:defRPr>
            </a:lvl9pPr>
          </a:lstStyle>
          <a:p xmlns:a="http://schemas.openxmlformats.org/drawingml/2006/main">
            <a:pPr>
              <a:defRPr sz="1500" b="1">
                <a:solidFill>
                  <a:srgbClr val="087F8C"/>
                </a:solidFill>
                <a:latin typeface="Arial"/>
                <a:ea typeface="Arial"/>
                <a:cs typeface="Arial"/>
              </a:defRPr>
            </a:pPr>
            <a:r>
              <a:rPr sz="1500" b="1">
                <a:solidFill>
                  <a:srgbClr val="087F8C"/>
                </a:solidFill>
                <a:latin typeface="Arial"/>
                <a:ea typeface="Arial"/>
                <a:cs typeface="Arial"/>
              </a:rPr>
              <a:t>1 : many</a:t>
            </a:r>
          </a:p>
        </p:txBody>
      </p:sp>
      <p:sp>
        <p:nvSpPr>
          <p:cNvPr id="22" name="">
            <a:extLst xmlns:a="http://schemas.openxmlformats.org/drawingml/2006/main">
              <a:ext uri="{FF2B5EF4-FFF2-40B4-BE49-F238E27FC236}">
                <a16:creationId xmlns:a16="http://schemas.microsoft.com/office/drawing/2014/main" id="{CAF35EA3-0377-4196-80F3-C61F0169417F}"/>
              </a:ext>
            </a:extLst>
          </p:cNvPr>
          <p:cNvSpPr>
            <a:spLocks xmlns:a="http://schemas.openxmlformats.org/drawingml/2006/main" noGrp="1"/>
          </p:cNvSpPr>
          <p:nvPr/>
        </p:nvSpPr>
        <p:spPr>
          <a:xfrm xmlns:a="http://schemas.openxmlformats.org/drawingml/2006/main">
            <a:off x="6734175" y="343852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087F8C"/>
                </a:solidFill>
                <a:latin typeface="Arial"/>
                <a:ea typeface="Arial"/>
                <a:cs typeface="Arial"/>
              </a:defRPr>
            </a:defPPr>
            <a:lvl1pPr>
              <a:defRPr sz="1500" b="1">
                <a:solidFill>
                  <a:srgbClr val="087F8C"/>
                </a:solidFill>
                <a:latin typeface="Arial"/>
                <a:ea typeface="Arial"/>
                <a:cs typeface="Arial"/>
              </a:defRPr>
            </a:lvl1pPr>
            <a:lvl2pPr>
              <a:defRPr sz="1500" b="1">
                <a:solidFill>
                  <a:srgbClr val="087F8C"/>
                </a:solidFill>
                <a:latin typeface="Arial"/>
                <a:ea typeface="Arial"/>
                <a:cs typeface="Arial"/>
              </a:defRPr>
            </a:lvl2pPr>
            <a:lvl3pPr>
              <a:defRPr sz="1500" b="1">
                <a:solidFill>
                  <a:srgbClr val="087F8C"/>
                </a:solidFill>
                <a:latin typeface="Arial"/>
                <a:ea typeface="Arial"/>
                <a:cs typeface="Arial"/>
              </a:defRPr>
            </a:lvl3pPr>
            <a:lvl4pPr>
              <a:defRPr sz="1500" b="1">
                <a:solidFill>
                  <a:srgbClr val="087F8C"/>
                </a:solidFill>
                <a:latin typeface="Arial"/>
                <a:ea typeface="Arial"/>
                <a:cs typeface="Arial"/>
              </a:defRPr>
            </a:lvl4pPr>
            <a:lvl5pPr>
              <a:defRPr sz="1500" b="1">
                <a:solidFill>
                  <a:srgbClr val="087F8C"/>
                </a:solidFill>
                <a:latin typeface="Arial"/>
                <a:ea typeface="Arial"/>
                <a:cs typeface="Arial"/>
              </a:defRPr>
            </a:lvl5pPr>
            <a:lvl6pPr>
              <a:defRPr sz="1500" b="1">
                <a:solidFill>
                  <a:srgbClr val="087F8C"/>
                </a:solidFill>
                <a:latin typeface="Arial"/>
                <a:ea typeface="Arial"/>
                <a:cs typeface="Arial"/>
              </a:defRPr>
            </a:lvl6pPr>
            <a:lvl7pPr>
              <a:defRPr sz="1500" b="1">
                <a:solidFill>
                  <a:srgbClr val="087F8C"/>
                </a:solidFill>
                <a:latin typeface="Arial"/>
                <a:ea typeface="Arial"/>
                <a:cs typeface="Arial"/>
              </a:defRPr>
            </a:lvl7pPr>
            <a:lvl8pPr>
              <a:defRPr sz="1500" b="1">
                <a:solidFill>
                  <a:srgbClr val="087F8C"/>
                </a:solidFill>
                <a:latin typeface="Arial"/>
                <a:ea typeface="Arial"/>
                <a:cs typeface="Arial"/>
              </a:defRPr>
            </a:lvl8pPr>
            <a:lvl9pPr>
              <a:defRPr sz="1500" b="1">
                <a:solidFill>
                  <a:srgbClr val="087F8C"/>
                </a:solidFill>
                <a:latin typeface="Arial"/>
                <a:ea typeface="Arial"/>
                <a:cs typeface="Arial"/>
              </a:defRPr>
            </a:lvl9pPr>
          </a:lstStyle>
          <a:p xmlns:a="http://schemas.openxmlformats.org/drawingml/2006/main">
            <a:pPr>
              <a:defRPr sz="1500" b="1">
                <a:solidFill>
                  <a:srgbClr val="087F8C"/>
                </a:solidFill>
                <a:latin typeface="Arial"/>
                <a:ea typeface="Arial"/>
                <a:cs typeface="Arial"/>
              </a:defRPr>
            </a:pPr>
            <a:r>
              <a:rPr sz="1500" b="1">
                <a:solidFill>
                  <a:srgbClr val="087F8C"/>
                </a:solidFill>
                <a:latin typeface="Arial"/>
                <a:ea typeface="Arial"/>
                <a:cs typeface="Arial"/>
              </a:rPr>
              <a:t>1 : 0..1</a:t>
            </a:r>
          </a:p>
        </p:txBody>
      </p:sp>
      <p:sp>
        <p:nvSpPr>
          <p:cNvPr id="23" name="">
            <a:extLst xmlns:a="http://schemas.openxmlformats.org/drawingml/2006/main">
              <a:ext uri="{FF2B5EF4-FFF2-40B4-BE49-F238E27FC236}">
                <a16:creationId xmlns:a16="http://schemas.microsoft.com/office/drawing/2014/main" id="{9382BCC0-3583-4D2E-8261-121579B3673A}"/>
              </a:ext>
            </a:extLst>
          </p:cNvPr>
          <p:cNvSpPr>
            <a:spLocks xmlns:a="http://schemas.openxmlformats.org/drawingml/2006/main" noGrp="1"/>
          </p:cNvSpPr>
          <p:nvPr/>
        </p:nvSpPr>
        <p:spPr>
          <a:xfrm xmlns:a="http://schemas.openxmlformats.org/drawingml/2006/main">
            <a:off x="9734550" y="3324225"/>
            <a:ext cx="28575" cy="1485900"/>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3B4EDED-32C0-42D5-A28B-C3980FFDA25E}"/>
              </a:ext>
            </a:extLst>
          </p:cNvPr>
          <p:cNvSpPr>
            <a:spLocks xmlns:a="http://schemas.openxmlformats.org/drawingml/2006/main" noGrp="1"/>
          </p:cNvSpPr>
          <p:nvPr/>
        </p:nvSpPr>
        <p:spPr>
          <a:xfrm xmlns:a="http://schemas.openxmlformats.org/drawingml/2006/main">
            <a:off x="9906000" y="3724275"/>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87F8C"/>
                </a:solidFill>
                <a:latin typeface="Arial"/>
                <a:ea typeface="Arial"/>
                <a:cs typeface="Arial"/>
              </a:defRPr>
            </a:defPPr>
            <a:lvl1pPr>
              <a:defRPr sz="1575" b="1">
                <a:solidFill>
                  <a:srgbClr val="087F8C"/>
                </a:solidFill>
                <a:latin typeface="Arial"/>
                <a:ea typeface="Arial"/>
                <a:cs typeface="Arial"/>
              </a:defRPr>
            </a:lvl1pPr>
            <a:lvl2pPr>
              <a:defRPr sz="1575" b="1">
                <a:solidFill>
                  <a:srgbClr val="087F8C"/>
                </a:solidFill>
                <a:latin typeface="Arial"/>
                <a:ea typeface="Arial"/>
                <a:cs typeface="Arial"/>
              </a:defRPr>
            </a:lvl2pPr>
            <a:lvl3pPr>
              <a:defRPr sz="1575" b="1">
                <a:solidFill>
                  <a:srgbClr val="087F8C"/>
                </a:solidFill>
                <a:latin typeface="Arial"/>
                <a:ea typeface="Arial"/>
                <a:cs typeface="Arial"/>
              </a:defRPr>
            </a:lvl3pPr>
            <a:lvl4pPr>
              <a:defRPr sz="1575" b="1">
                <a:solidFill>
                  <a:srgbClr val="087F8C"/>
                </a:solidFill>
                <a:latin typeface="Arial"/>
                <a:ea typeface="Arial"/>
                <a:cs typeface="Arial"/>
              </a:defRPr>
            </a:lvl4pPr>
            <a:lvl5pPr>
              <a:defRPr sz="1575" b="1">
                <a:solidFill>
                  <a:srgbClr val="087F8C"/>
                </a:solidFill>
                <a:latin typeface="Arial"/>
                <a:ea typeface="Arial"/>
                <a:cs typeface="Arial"/>
              </a:defRPr>
            </a:lvl5pPr>
            <a:lvl6pPr>
              <a:defRPr sz="1575" b="1">
                <a:solidFill>
                  <a:srgbClr val="087F8C"/>
                </a:solidFill>
                <a:latin typeface="Arial"/>
                <a:ea typeface="Arial"/>
                <a:cs typeface="Arial"/>
              </a:defRPr>
            </a:lvl6pPr>
            <a:lvl7pPr>
              <a:defRPr sz="1575" b="1">
                <a:solidFill>
                  <a:srgbClr val="087F8C"/>
                </a:solidFill>
                <a:latin typeface="Arial"/>
                <a:ea typeface="Arial"/>
                <a:cs typeface="Arial"/>
              </a:defRPr>
            </a:lvl7pPr>
            <a:lvl8pPr>
              <a:defRPr sz="1575" b="1">
                <a:solidFill>
                  <a:srgbClr val="087F8C"/>
                </a:solidFill>
                <a:latin typeface="Arial"/>
                <a:ea typeface="Arial"/>
                <a:cs typeface="Arial"/>
              </a:defRPr>
            </a:lvl8pPr>
            <a:lvl9pPr>
              <a:defRPr sz="1575" b="1">
                <a:solidFill>
                  <a:srgbClr val="087F8C"/>
                </a:solidFill>
                <a:latin typeface="Arial"/>
                <a:ea typeface="Arial"/>
                <a:cs typeface="Arial"/>
              </a:defRPr>
            </a:lvl9pPr>
          </a:lstStyle>
          <a:p xmlns:a="http://schemas.openxmlformats.org/drawingml/2006/main">
            <a:pPr>
              <a:defRPr sz="1575" b="1">
                <a:solidFill>
                  <a:srgbClr val="087F8C"/>
                </a:solidFill>
                <a:latin typeface="Arial"/>
                <a:ea typeface="Arial"/>
                <a:cs typeface="Arial"/>
              </a:defRPr>
            </a:pPr>
            <a:r>
              <a:rPr sz="1575" b="1">
                <a:solidFill>
                  <a:srgbClr val="087F8C"/>
                </a:solidFill>
                <a:latin typeface="Arial"/>
                <a:ea typeface="Arial"/>
                <a:cs typeface="Arial"/>
              </a:rPr>
              <a:t>1 : many</a:t>
            </a:r>
          </a:p>
        </p:txBody>
      </p:sp>
      <p:sp>
        <p:nvSpPr>
          <p:cNvPr id="25" name="">
            <a:extLst xmlns:a="http://schemas.openxmlformats.org/drawingml/2006/main">
              <a:ext uri="{FF2B5EF4-FFF2-40B4-BE49-F238E27FC236}">
                <a16:creationId xmlns:a16="http://schemas.microsoft.com/office/drawing/2014/main" id="{FB54363C-86F9-4056-8867-9BF1B5478644}"/>
              </a:ext>
            </a:extLst>
          </p:cNvPr>
          <p:cNvSpPr>
            <a:spLocks xmlns:a="http://schemas.openxmlformats.org/drawingml/2006/main" noGrp="1"/>
          </p:cNvSpPr>
          <p:nvPr/>
        </p:nvSpPr>
        <p:spPr>
          <a:xfrm xmlns:a="http://schemas.openxmlformats.org/drawingml/2006/main">
            <a:off x="7905750" y="4781550"/>
            <a:ext cx="1857375"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07F62B1-742C-4642-BC1F-7EE9B286CA1E}"/>
              </a:ext>
            </a:extLst>
          </p:cNvPr>
          <p:cNvSpPr>
            <a:spLocks xmlns:a="http://schemas.openxmlformats.org/drawingml/2006/main" noGrp="1"/>
          </p:cNvSpPr>
          <p:nvPr/>
        </p:nvSpPr>
        <p:spPr>
          <a:xfrm xmlns:a="http://schemas.openxmlformats.org/drawingml/2006/main">
            <a:off x="7620000" y="4572000"/>
            <a:ext cx="400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87F8C"/>
                </a:solidFill>
                <a:latin typeface="Arial"/>
                <a:ea typeface="Arial"/>
                <a:cs typeface="Arial"/>
              </a:defRPr>
            </a:defPPr>
            <a:lvl1pPr>
              <a:defRPr sz="2550" b="1">
                <a:solidFill>
                  <a:srgbClr val="087F8C"/>
                </a:solidFill>
                <a:latin typeface="Arial"/>
                <a:ea typeface="Arial"/>
                <a:cs typeface="Arial"/>
              </a:defRPr>
            </a:lvl1pPr>
            <a:lvl2pPr>
              <a:defRPr sz="2550" b="1">
                <a:solidFill>
                  <a:srgbClr val="087F8C"/>
                </a:solidFill>
                <a:latin typeface="Arial"/>
                <a:ea typeface="Arial"/>
                <a:cs typeface="Arial"/>
              </a:defRPr>
            </a:lvl2pPr>
            <a:lvl3pPr>
              <a:defRPr sz="2550" b="1">
                <a:solidFill>
                  <a:srgbClr val="087F8C"/>
                </a:solidFill>
                <a:latin typeface="Arial"/>
                <a:ea typeface="Arial"/>
                <a:cs typeface="Arial"/>
              </a:defRPr>
            </a:lvl3pPr>
            <a:lvl4pPr>
              <a:defRPr sz="2550" b="1">
                <a:solidFill>
                  <a:srgbClr val="087F8C"/>
                </a:solidFill>
                <a:latin typeface="Arial"/>
                <a:ea typeface="Arial"/>
                <a:cs typeface="Arial"/>
              </a:defRPr>
            </a:lvl4pPr>
            <a:lvl5pPr>
              <a:defRPr sz="2550" b="1">
                <a:solidFill>
                  <a:srgbClr val="087F8C"/>
                </a:solidFill>
                <a:latin typeface="Arial"/>
                <a:ea typeface="Arial"/>
                <a:cs typeface="Arial"/>
              </a:defRPr>
            </a:lvl5pPr>
            <a:lvl6pPr>
              <a:defRPr sz="2550" b="1">
                <a:solidFill>
                  <a:srgbClr val="087F8C"/>
                </a:solidFill>
                <a:latin typeface="Arial"/>
                <a:ea typeface="Arial"/>
                <a:cs typeface="Arial"/>
              </a:defRPr>
            </a:lvl6pPr>
            <a:lvl7pPr>
              <a:defRPr sz="2550" b="1">
                <a:solidFill>
                  <a:srgbClr val="087F8C"/>
                </a:solidFill>
                <a:latin typeface="Arial"/>
                <a:ea typeface="Arial"/>
                <a:cs typeface="Arial"/>
              </a:defRPr>
            </a:lvl7pPr>
            <a:lvl8pPr>
              <a:defRPr sz="2550" b="1">
                <a:solidFill>
                  <a:srgbClr val="087F8C"/>
                </a:solidFill>
                <a:latin typeface="Arial"/>
                <a:ea typeface="Arial"/>
                <a:cs typeface="Arial"/>
              </a:defRPr>
            </a:lvl8pPr>
            <a:lvl9pPr>
              <a:defRPr sz="2550" b="1">
                <a:solidFill>
                  <a:srgbClr val="087F8C"/>
                </a:solidFill>
                <a:latin typeface="Arial"/>
                <a:ea typeface="Arial"/>
                <a:cs typeface="Arial"/>
              </a:defRPr>
            </a:lvl9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FEAA3E03-AAF7-439B-AC76-84F0F87705C0}"/>
              </a:ext>
            </a:extLst>
          </p:cNvPr>
          <p:cNvSpPr>
            <a:spLocks xmlns:a="http://schemas.openxmlformats.org/drawingml/2006/main" noGrp="1"/>
          </p:cNvSpPr>
          <p:nvPr/>
        </p:nvSpPr>
        <p:spPr>
          <a:xfrm xmlns:a="http://schemas.openxmlformats.org/drawingml/2006/main">
            <a:off x="3895725" y="4705350"/>
            <a:ext cx="400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87F8C"/>
                </a:solidFill>
                <a:latin typeface="Arial"/>
                <a:ea typeface="Arial"/>
                <a:cs typeface="Arial"/>
              </a:defRPr>
            </a:defPPr>
            <a:lvl1pPr>
              <a:defRPr sz="2550" b="1">
                <a:solidFill>
                  <a:srgbClr val="087F8C"/>
                </a:solidFill>
                <a:latin typeface="Arial"/>
                <a:ea typeface="Arial"/>
                <a:cs typeface="Arial"/>
              </a:defRPr>
            </a:lvl1pPr>
            <a:lvl2pPr>
              <a:defRPr sz="2550" b="1">
                <a:solidFill>
                  <a:srgbClr val="087F8C"/>
                </a:solidFill>
                <a:latin typeface="Arial"/>
                <a:ea typeface="Arial"/>
                <a:cs typeface="Arial"/>
              </a:defRPr>
            </a:lvl2pPr>
            <a:lvl3pPr>
              <a:defRPr sz="2550" b="1">
                <a:solidFill>
                  <a:srgbClr val="087F8C"/>
                </a:solidFill>
                <a:latin typeface="Arial"/>
                <a:ea typeface="Arial"/>
                <a:cs typeface="Arial"/>
              </a:defRPr>
            </a:lvl3pPr>
            <a:lvl4pPr>
              <a:defRPr sz="2550" b="1">
                <a:solidFill>
                  <a:srgbClr val="087F8C"/>
                </a:solidFill>
                <a:latin typeface="Arial"/>
                <a:ea typeface="Arial"/>
                <a:cs typeface="Arial"/>
              </a:defRPr>
            </a:lvl4pPr>
            <a:lvl5pPr>
              <a:defRPr sz="2550" b="1">
                <a:solidFill>
                  <a:srgbClr val="087F8C"/>
                </a:solidFill>
                <a:latin typeface="Arial"/>
                <a:ea typeface="Arial"/>
                <a:cs typeface="Arial"/>
              </a:defRPr>
            </a:lvl5pPr>
            <a:lvl6pPr>
              <a:defRPr sz="2550" b="1">
                <a:solidFill>
                  <a:srgbClr val="087F8C"/>
                </a:solidFill>
                <a:latin typeface="Arial"/>
                <a:ea typeface="Arial"/>
                <a:cs typeface="Arial"/>
              </a:defRPr>
            </a:lvl6pPr>
            <a:lvl7pPr>
              <a:defRPr sz="2550" b="1">
                <a:solidFill>
                  <a:srgbClr val="087F8C"/>
                </a:solidFill>
                <a:latin typeface="Arial"/>
                <a:ea typeface="Arial"/>
                <a:cs typeface="Arial"/>
              </a:defRPr>
            </a:lvl7pPr>
            <a:lvl8pPr>
              <a:defRPr sz="2550" b="1">
                <a:solidFill>
                  <a:srgbClr val="087F8C"/>
                </a:solidFill>
                <a:latin typeface="Arial"/>
                <a:ea typeface="Arial"/>
                <a:cs typeface="Arial"/>
              </a:defRPr>
            </a:lvl8pPr>
            <a:lvl9pPr>
              <a:defRPr sz="2550" b="1">
                <a:solidFill>
                  <a:srgbClr val="087F8C"/>
                </a:solidFill>
                <a:latin typeface="Arial"/>
                <a:ea typeface="Arial"/>
                <a:cs typeface="Arial"/>
              </a:defRPr>
            </a:lvl9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a:t>
            </a:r>
          </a:p>
        </p:txBody>
      </p:sp>
      <p:sp>
        <p:nvSpPr>
          <p:cNvPr id="28" name="">
            <a:extLst xmlns:a="http://schemas.openxmlformats.org/drawingml/2006/main">
              <a:ext uri="{FF2B5EF4-FFF2-40B4-BE49-F238E27FC236}">
                <a16:creationId xmlns:a16="http://schemas.microsoft.com/office/drawing/2014/main" id="{7AD99BE5-E251-4FAE-8092-81A69B7C4A23}"/>
              </a:ext>
            </a:extLst>
          </p:cNvPr>
          <p:cNvSpPr>
            <a:spLocks xmlns:a="http://schemas.openxmlformats.org/drawingml/2006/main" noGrp="1"/>
          </p:cNvSpPr>
          <p:nvPr/>
        </p:nvSpPr>
        <p:spPr>
          <a:xfrm xmlns:a="http://schemas.openxmlformats.org/drawingml/2006/main">
            <a:off x="2895600" y="5867400"/>
            <a:ext cx="1619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087F8C"/>
                </a:solidFill>
                <a:latin typeface="Arial"/>
                <a:ea typeface="Arial"/>
                <a:cs typeface="Arial"/>
              </a:defRPr>
            </a:defPPr>
            <a:lvl1pPr>
              <a:defRPr sz="1500" b="1">
                <a:solidFill>
                  <a:srgbClr val="087F8C"/>
                </a:solidFill>
                <a:latin typeface="Arial"/>
                <a:ea typeface="Arial"/>
                <a:cs typeface="Arial"/>
              </a:defRPr>
            </a:lvl1pPr>
            <a:lvl2pPr>
              <a:defRPr sz="1500" b="1">
                <a:solidFill>
                  <a:srgbClr val="087F8C"/>
                </a:solidFill>
                <a:latin typeface="Arial"/>
                <a:ea typeface="Arial"/>
                <a:cs typeface="Arial"/>
              </a:defRPr>
            </a:lvl2pPr>
            <a:lvl3pPr>
              <a:defRPr sz="1500" b="1">
                <a:solidFill>
                  <a:srgbClr val="087F8C"/>
                </a:solidFill>
                <a:latin typeface="Arial"/>
                <a:ea typeface="Arial"/>
                <a:cs typeface="Arial"/>
              </a:defRPr>
            </a:lvl3pPr>
            <a:lvl4pPr>
              <a:defRPr sz="1500" b="1">
                <a:solidFill>
                  <a:srgbClr val="087F8C"/>
                </a:solidFill>
                <a:latin typeface="Arial"/>
                <a:ea typeface="Arial"/>
                <a:cs typeface="Arial"/>
              </a:defRPr>
            </a:lvl4pPr>
            <a:lvl5pPr>
              <a:defRPr sz="1500" b="1">
                <a:solidFill>
                  <a:srgbClr val="087F8C"/>
                </a:solidFill>
                <a:latin typeface="Arial"/>
                <a:ea typeface="Arial"/>
                <a:cs typeface="Arial"/>
              </a:defRPr>
            </a:lvl5pPr>
            <a:lvl6pPr>
              <a:defRPr sz="1500" b="1">
                <a:solidFill>
                  <a:srgbClr val="087F8C"/>
                </a:solidFill>
                <a:latin typeface="Arial"/>
                <a:ea typeface="Arial"/>
                <a:cs typeface="Arial"/>
              </a:defRPr>
            </a:lvl6pPr>
            <a:lvl7pPr>
              <a:defRPr sz="1500" b="1">
                <a:solidFill>
                  <a:srgbClr val="087F8C"/>
                </a:solidFill>
                <a:latin typeface="Arial"/>
                <a:ea typeface="Arial"/>
                <a:cs typeface="Arial"/>
              </a:defRPr>
            </a:lvl7pPr>
            <a:lvl8pPr>
              <a:defRPr sz="1500" b="1">
                <a:solidFill>
                  <a:srgbClr val="087F8C"/>
                </a:solidFill>
                <a:latin typeface="Arial"/>
                <a:ea typeface="Arial"/>
                <a:cs typeface="Arial"/>
              </a:defRPr>
            </a:lvl8pPr>
            <a:lvl9pPr>
              <a:defRPr sz="1500" b="1">
                <a:solidFill>
                  <a:srgbClr val="087F8C"/>
                </a:solidFill>
                <a:latin typeface="Arial"/>
                <a:ea typeface="Arial"/>
                <a:cs typeface="Arial"/>
              </a:defRPr>
            </a:lvl9pPr>
          </a:lstStyle>
          <a:p xmlns:a="http://schemas.openxmlformats.org/drawingml/2006/main">
            <a:pPr>
              <a:defRPr sz="1500" b="1">
                <a:solidFill>
                  <a:srgbClr val="087F8C"/>
                </a:solidFill>
                <a:latin typeface="Arial"/>
                <a:ea typeface="Arial"/>
                <a:cs typeface="Arial"/>
              </a:defRPr>
            </a:pPr>
            <a:r>
              <a:rPr sz="1500" b="1">
                <a:solidFill>
                  <a:srgbClr val="087F8C"/>
                </a:solidFill>
                <a:latin typeface="Arial"/>
                <a:ea typeface="Arial"/>
                <a:cs typeface="Arial"/>
              </a:rPr>
              <a:t>1 : 0..1</a:t>
            </a:r>
          </a:p>
        </p:txBody>
      </p:sp>
      <p:sp>
        <p:nvSpPr>
          <p:cNvPr id="29" name="">
            <a:extLst xmlns:a="http://schemas.openxmlformats.org/drawingml/2006/main">
              <a:ext uri="{FF2B5EF4-FFF2-40B4-BE49-F238E27FC236}">
                <a16:creationId xmlns:a16="http://schemas.microsoft.com/office/drawing/2014/main" id="{1A616968-53B5-4F35-9510-3B06CDDF6598}"/>
              </a:ext>
            </a:extLst>
          </p:cNvPr>
          <p:cNvSpPr>
            <a:spLocks xmlns:a="http://schemas.openxmlformats.org/drawingml/2006/main" noGrp="1"/>
          </p:cNvSpPr>
          <p:nvPr/>
        </p:nvSpPr>
        <p:spPr>
          <a:xfrm xmlns:a="http://schemas.openxmlformats.org/drawingml/2006/main">
            <a:off x="5524500" y="5905500"/>
            <a:ext cx="600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978"/>
                </a:solidFill>
                <a:latin typeface="Arial"/>
                <a:ea typeface="Arial"/>
                <a:cs typeface="Arial"/>
              </a:defRPr>
            </a:defPPr>
            <a:lvl1pPr>
              <a:defRPr sz="1500" b="0">
                <a:solidFill>
                  <a:srgbClr val="526978"/>
                </a:solidFill>
                <a:latin typeface="Arial"/>
                <a:ea typeface="Arial"/>
                <a:cs typeface="Arial"/>
              </a:defRPr>
            </a:lvl1pPr>
            <a:lvl2pPr>
              <a:defRPr sz="1500" b="0">
                <a:solidFill>
                  <a:srgbClr val="526978"/>
                </a:solidFill>
                <a:latin typeface="Arial"/>
                <a:ea typeface="Arial"/>
                <a:cs typeface="Arial"/>
              </a:defRPr>
            </a:lvl2pPr>
            <a:lvl3pPr>
              <a:defRPr sz="1500" b="0">
                <a:solidFill>
                  <a:srgbClr val="526978"/>
                </a:solidFill>
                <a:latin typeface="Arial"/>
                <a:ea typeface="Arial"/>
                <a:cs typeface="Arial"/>
              </a:defRPr>
            </a:lvl3pPr>
            <a:lvl4pPr>
              <a:defRPr sz="1500" b="0">
                <a:solidFill>
                  <a:srgbClr val="526978"/>
                </a:solidFill>
                <a:latin typeface="Arial"/>
                <a:ea typeface="Arial"/>
                <a:cs typeface="Arial"/>
              </a:defRPr>
            </a:lvl4pPr>
            <a:lvl5pPr>
              <a:defRPr sz="1500" b="0">
                <a:solidFill>
                  <a:srgbClr val="526978"/>
                </a:solidFill>
                <a:latin typeface="Arial"/>
                <a:ea typeface="Arial"/>
                <a:cs typeface="Arial"/>
              </a:defRPr>
            </a:lvl5pPr>
            <a:lvl6pPr>
              <a:defRPr sz="1500" b="0">
                <a:solidFill>
                  <a:srgbClr val="526978"/>
                </a:solidFill>
                <a:latin typeface="Arial"/>
                <a:ea typeface="Arial"/>
                <a:cs typeface="Arial"/>
              </a:defRPr>
            </a:lvl6pPr>
            <a:lvl7pPr>
              <a:defRPr sz="1500" b="0">
                <a:solidFill>
                  <a:srgbClr val="526978"/>
                </a:solidFill>
                <a:latin typeface="Arial"/>
                <a:ea typeface="Arial"/>
                <a:cs typeface="Arial"/>
              </a:defRPr>
            </a:lvl7pPr>
            <a:lvl8pPr>
              <a:defRPr sz="1500" b="0">
                <a:solidFill>
                  <a:srgbClr val="526978"/>
                </a:solidFill>
                <a:latin typeface="Arial"/>
                <a:ea typeface="Arial"/>
                <a:cs typeface="Arial"/>
              </a:defRPr>
            </a:lvl8pPr>
            <a:lvl9pPr>
              <a:defRPr sz="1500" b="0">
                <a:solidFill>
                  <a:srgbClr val="526978"/>
                </a:solidFill>
                <a:latin typeface="Arial"/>
                <a:ea typeface="Arial"/>
                <a:cs typeface="Arial"/>
              </a:defRPr>
            </a:lvl9pPr>
          </a:lstStyle>
          <a:p xmlns:a="http://schemas.openxmlformats.org/drawingml/2006/main">
            <a:pPr>
              <a:defRPr sz="1500" b="0">
                <a:solidFill>
                  <a:srgbClr val="526978"/>
                </a:solidFill>
                <a:latin typeface="Arial"/>
                <a:ea typeface="Arial"/>
                <a:cs typeface="Arial"/>
              </a:defRPr>
            </a:pPr>
            <a:r>
              <a:rPr sz="1500" b="0">
                <a:solidFill>
                  <a:srgbClr val="526978"/>
                </a:solidFill>
                <a:latin typeface="Arial"/>
                <a:ea typeface="Arial"/>
                <a:cs typeface="Arial"/>
              </a:rPr>
              <a:t>PK: identity   FK: reference   UQ: unique</a:t>
            </a:r>
          </a:p>
        </p:txBody>
      </p:sp>
      <p:sp>
        <p:nvSpPr>
          <p:cNvPr id="30" name="">
            <a:extLst xmlns:a="http://schemas.openxmlformats.org/drawingml/2006/main">
              <a:ext uri="{FF2B5EF4-FFF2-40B4-BE49-F238E27FC236}">
                <a16:creationId xmlns:a16="http://schemas.microsoft.com/office/drawing/2014/main" id="{28D9EA78-A151-411B-9516-CA5411D332A7}"/>
              </a:ext>
            </a:extLst>
          </p:cNvPr>
          <p:cNvSpPr>
            <a:spLocks xmlns:a="http://schemas.openxmlformats.org/drawingml/2006/main" noGrp="1"/>
          </p:cNvSpPr>
          <p:nvPr/>
        </p:nvSpPr>
        <p:spPr>
          <a:xfrm xmlns:a="http://schemas.openxmlformats.org/drawingml/2006/main">
            <a:off x="609600" y="63722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526978"/>
                </a:solidFill>
                <a:latin typeface="Arial"/>
                <a:ea typeface="Arial"/>
                <a:cs typeface="Arial"/>
              </a:defRPr>
            </a:defPPr>
            <a:lvl1pPr>
              <a:defRPr sz="1425" b="0">
                <a:solidFill>
                  <a:srgbClr val="526978"/>
                </a:solidFill>
                <a:latin typeface="Arial"/>
                <a:ea typeface="Arial"/>
                <a:cs typeface="Arial"/>
              </a:defRPr>
            </a:lvl1pPr>
            <a:lvl2pPr>
              <a:defRPr sz="1425" b="0">
                <a:solidFill>
                  <a:srgbClr val="526978"/>
                </a:solidFill>
                <a:latin typeface="Arial"/>
                <a:ea typeface="Arial"/>
                <a:cs typeface="Arial"/>
              </a:defRPr>
            </a:lvl2pPr>
            <a:lvl3pPr>
              <a:defRPr sz="1425" b="0">
                <a:solidFill>
                  <a:srgbClr val="526978"/>
                </a:solidFill>
                <a:latin typeface="Arial"/>
                <a:ea typeface="Arial"/>
                <a:cs typeface="Arial"/>
              </a:defRPr>
            </a:lvl3pPr>
            <a:lvl4pPr>
              <a:defRPr sz="1425" b="0">
                <a:solidFill>
                  <a:srgbClr val="526978"/>
                </a:solidFill>
                <a:latin typeface="Arial"/>
                <a:ea typeface="Arial"/>
                <a:cs typeface="Arial"/>
              </a:defRPr>
            </a:lvl4pPr>
            <a:lvl5pPr>
              <a:defRPr sz="1425" b="0">
                <a:solidFill>
                  <a:srgbClr val="526978"/>
                </a:solidFill>
                <a:latin typeface="Arial"/>
                <a:ea typeface="Arial"/>
                <a:cs typeface="Arial"/>
              </a:defRPr>
            </a:lvl5pPr>
            <a:lvl6pPr>
              <a:defRPr sz="1425" b="0">
                <a:solidFill>
                  <a:srgbClr val="526978"/>
                </a:solidFill>
                <a:latin typeface="Arial"/>
                <a:ea typeface="Arial"/>
                <a:cs typeface="Arial"/>
              </a:defRPr>
            </a:lvl6pPr>
            <a:lvl7pPr>
              <a:defRPr sz="1425" b="0">
                <a:solidFill>
                  <a:srgbClr val="526978"/>
                </a:solidFill>
                <a:latin typeface="Arial"/>
                <a:ea typeface="Arial"/>
                <a:cs typeface="Arial"/>
              </a:defRPr>
            </a:lvl7pPr>
            <a:lvl8pPr>
              <a:defRPr sz="1425" b="0">
                <a:solidFill>
                  <a:srgbClr val="526978"/>
                </a:solidFill>
                <a:latin typeface="Arial"/>
                <a:ea typeface="Arial"/>
                <a:cs typeface="Arial"/>
              </a:defRPr>
            </a:lvl8pPr>
            <a:lvl9pPr>
              <a:defRPr sz="1425" b="0">
                <a:solidFill>
                  <a:srgbClr val="526978"/>
                </a:solidFill>
                <a:latin typeface="Arial"/>
                <a:ea typeface="Arial"/>
                <a:cs typeface="Arial"/>
              </a:defRPr>
            </a:lvl9pPr>
          </a:lstStyle>
          <a:p xmlns:a="http://schemas.openxmlformats.org/drawingml/2006/main">
            <a:pPr>
              <a:defRPr sz="1425" b="0">
                <a:solidFill>
                  <a:srgbClr val="526978"/>
                </a:solidFill>
                <a:latin typeface="Arial"/>
                <a:ea typeface="Arial"/>
                <a:cs typeface="Arial"/>
              </a:defRPr>
            </a:pPr>
            <a:r>
              <a:rPr sz="1425" b="0">
                <a:solidFill>
                  <a:srgbClr val="526978"/>
                </a:solidFill>
                <a:latin typeface="Arial"/>
                <a:ea typeface="Arial"/>
                <a:cs typeface="Arial"/>
              </a:rPr>
              <a:t>Simplified view • 5 of 16 tables • actor and evidence-pointer links omitted</a:t>
            </a:r>
          </a:p>
        </p:txBody>
      </p:sp>
    </p:spTree>
    <p:extLst>
      <p:ext uri="{BB962C8B-B14F-4D97-AF65-F5344CB8AC3E}">
        <p14:creationId xmlns:p14="http://schemas.microsoft.com/office/powerpoint/2010/main" val="53771464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06BDC1F-5762-4393-8CE5-31ADA6772769}"/>
              </a:ext>
            </a:extLst>
          </p:cNvPr>
          <p:cNvSpPr>
            <a:spLocks xmlns:a="http://schemas.openxmlformats.org/drawingml/2006/main" noGrp="1"/>
          </p:cNvSpPr>
          <p:nvPr/>
        </p:nvSpPr>
        <p:spPr>
          <a:xfrm xmlns:a="http://schemas.openxmlformats.org/drawingml/2006/main">
            <a:off x="609600" y="457200"/>
            <a:ext cx="523875"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1DA651-DE5F-42E0-9FEF-A591C98AAD77}"/>
              </a:ext>
            </a:extLst>
          </p:cNvPr>
          <p:cNvSpPr>
            <a:spLocks xmlns:a="http://schemas.openxmlformats.org/drawingml/2006/main" noGrp="1"/>
          </p:cNvSpPr>
          <p:nvPr/>
        </p:nvSpPr>
        <p:spPr>
          <a:xfrm xmlns:a="http://schemas.openxmlformats.org/drawingml/2006/main">
            <a:off x="609600" y="7905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43247"/>
                </a:solidFill>
                <a:latin typeface="Arial"/>
                <a:ea typeface="Arial"/>
                <a:cs typeface="Arial"/>
              </a:defRPr>
            </a:defPPr>
            <a:lvl1pPr>
              <a:defRPr sz="3225" b="1">
                <a:solidFill>
                  <a:srgbClr val="143247"/>
                </a:solidFill>
                <a:latin typeface="Arial"/>
                <a:ea typeface="Arial"/>
                <a:cs typeface="Arial"/>
              </a:defRPr>
            </a:lvl1pPr>
            <a:lvl2pPr>
              <a:defRPr sz="3225" b="1">
                <a:solidFill>
                  <a:srgbClr val="143247"/>
                </a:solidFill>
                <a:latin typeface="Arial"/>
                <a:ea typeface="Arial"/>
                <a:cs typeface="Arial"/>
              </a:defRPr>
            </a:lvl2pPr>
            <a:lvl3pPr>
              <a:defRPr sz="3225" b="1">
                <a:solidFill>
                  <a:srgbClr val="143247"/>
                </a:solidFill>
                <a:latin typeface="Arial"/>
                <a:ea typeface="Arial"/>
                <a:cs typeface="Arial"/>
              </a:defRPr>
            </a:lvl3pPr>
            <a:lvl4pPr>
              <a:defRPr sz="3225" b="1">
                <a:solidFill>
                  <a:srgbClr val="143247"/>
                </a:solidFill>
                <a:latin typeface="Arial"/>
                <a:ea typeface="Arial"/>
                <a:cs typeface="Arial"/>
              </a:defRPr>
            </a:lvl4pPr>
            <a:lvl5pPr>
              <a:defRPr sz="3225" b="1">
                <a:solidFill>
                  <a:srgbClr val="143247"/>
                </a:solidFill>
                <a:latin typeface="Arial"/>
                <a:ea typeface="Arial"/>
                <a:cs typeface="Arial"/>
              </a:defRPr>
            </a:lvl5pPr>
            <a:lvl6pPr>
              <a:defRPr sz="3225" b="1">
                <a:solidFill>
                  <a:srgbClr val="143247"/>
                </a:solidFill>
                <a:latin typeface="Arial"/>
                <a:ea typeface="Arial"/>
                <a:cs typeface="Arial"/>
              </a:defRPr>
            </a:lvl6pPr>
            <a:lvl7pPr>
              <a:defRPr sz="3225" b="1">
                <a:solidFill>
                  <a:srgbClr val="143247"/>
                </a:solidFill>
                <a:latin typeface="Arial"/>
                <a:ea typeface="Arial"/>
                <a:cs typeface="Arial"/>
              </a:defRPr>
            </a:lvl7pPr>
            <a:lvl8pPr>
              <a:defRPr sz="3225" b="1">
                <a:solidFill>
                  <a:srgbClr val="143247"/>
                </a:solidFill>
                <a:latin typeface="Arial"/>
                <a:ea typeface="Arial"/>
                <a:cs typeface="Arial"/>
              </a:defRPr>
            </a:lvl8pPr>
            <a:lvl9pPr>
              <a:defRPr sz="3225" b="1">
                <a:solidFill>
                  <a:srgbClr val="143247"/>
                </a:solidFill>
                <a:latin typeface="Arial"/>
                <a:ea typeface="Arial"/>
                <a:cs typeface="Arial"/>
              </a:defRPr>
            </a:lvl9pPr>
          </a:lstStyle>
          <a:p xmlns:a="http://schemas.openxmlformats.org/drawingml/2006/main">
            <a:pPr>
              <a:defRPr sz="3225" b="1">
                <a:solidFill>
                  <a:srgbClr val="143247"/>
                </a:solidFill>
                <a:latin typeface="Arial"/>
                <a:ea typeface="Arial"/>
                <a:cs typeface="Arial"/>
              </a:defRPr>
            </a:pPr>
            <a:r>
              <a:rPr sz="3225" b="1">
                <a:solidFill>
                  <a:srgbClr val="143247"/>
                </a:solidFill>
                <a:latin typeface="Arial"/>
                <a:ea typeface="Arial"/>
                <a:cs typeface="Arial"/>
              </a:rPr>
              <a:t>RDBMS: accepting one exact submission</a:t>
            </a:r>
          </a:p>
        </p:txBody>
      </p:sp>
      <p:sp>
        <p:nvSpPr>
          <p:cNvPr id="3" name="">
            <a:extLst xmlns:a="http://schemas.openxmlformats.org/drawingml/2006/main">
              <a:ext uri="{FF2B5EF4-FFF2-40B4-BE49-F238E27FC236}">
                <a16:creationId xmlns:a16="http://schemas.microsoft.com/office/drawing/2014/main" id="{55590629-FDE0-4E77-8358-815575339F96}"/>
              </a:ext>
            </a:extLst>
          </p:cNvPr>
          <p:cNvSpPr>
            <a:spLocks xmlns:a="http://schemas.openxmlformats.org/drawingml/2006/main" noGrp="1"/>
          </p:cNvSpPr>
          <p:nvPr/>
        </p:nvSpPr>
        <p:spPr>
          <a:xfrm xmlns:a="http://schemas.openxmlformats.org/drawingml/2006/main">
            <a:off x="11115675" y="6372225"/>
            <a:ext cx="4667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978"/>
                </a:solidFill>
                <a:latin typeface="Arial"/>
                <a:ea typeface="Arial"/>
                <a:cs typeface="Arial"/>
              </a:defRPr>
            </a:defPPr>
            <a:lvl1pPr>
              <a:defRPr sz="1200" b="0">
                <a:solidFill>
                  <a:srgbClr val="526978"/>
                </a:solidFill>
                <a:latin typeface="Arial"/>
                <a:ea typeface="Arial"/>
                <a:cs typeface="Arial"/>
              </a:defRPr>
            </a:lvl1pPr>
            <a:lvl2pPr>
              <a:defRPr sz="1200" b="0">
                <a:solidFill>
                  <a:srgbClr val="526978"/>
                </a:solidFill>
                <a:latin typeface="Arial"/>
                <a:ea typeface="Arial"/>
                <a:cs typeface="Arial"/>
              </a:defRPr>
            </a:lvl2pPr>
            <a:lvl3pPr>
              <a:defRPr sz="1200" b="0">
                <a:solidFill>
                  <a:srgbClr val="526978"/>
                </a:solidFill>
                <a:latin typeface="Arial"/>
                <a:ea typeface="Arial"/>
                <a:cs typeface="Arial"/>
              </a:defRPr>
            </a:lvl3pPr>
            <a:lvl4pPr>
              <a:defRPr sz="1200" b="0">
                <a:solidFill>
                  <a:srgbClr val="526978"/>
                </a:solidFill>
                <a:latin typeface="Arial"/>
                <a:ea typeface="Arial"/>
                <a:cs typeface="Arial"/>
              </a:defRPr>
            </a:lvl4pPr>
            <a:lvl5pPr>
              <a:defRPr sz="1200" b="0">
                <a:solidFill>
                  <a:srgbClr val="526978"/>
                </a:solidFill>
                <a:latin typeface="Arial"/>
                <a:ea typeface="Arial"/>
                <a:cs typeface="Arial"/>
              </a:defRPr>
            </a:lvl5pPr>
            <a:lvl6pPr>
              <a:defRPr sz="1200" b="0">
                <a:solidFill>
                  <a:srgbClr val="526978"/>
                </a:solidFill>
                <a:latin typeface="Arial"/>
                <a:ea typeface="Arial"/>
                <a:cs typeface="Arial"/>
              </a:defRPr>
            </a:lvl6pPr>
            <a:lvl7pPr>
              <a:defRPr sz="1200" b="0">
                <a:solidFill>
                  <a:srgbClr val="526978"/>
                </a:solidFill>
                <a:latin typeface="Arial"/>
                <a:ea typeface="Arial"/>
                <a:cs typeface="Arial"/>
              </a:defRPr>
            </a:lvl7pPr>
            <a:lvl8pPr>
              <a:defRPr sz="1200" b="0">
                <a:solidFill>
                  <a:srgbClr val="526978"/>
                </a:solidFill>
                <a:latin typeface="Arial"/>
                <a:ea typeface="Arial"/>
                <a:cs typeface="Arial"/>
              </a:defRPr>
            </a:lvl8pPr>
            <a:lvl9pPr>
              <a:defRPr sz="1200" b="0">
                <a:solidFill>
                  <a:srgbClr val="526978"/>
                </a:solidFill>
                <a:latin typeface="Arial"/>
                <a:ea typeface="Arial"/>
                <a:cs typeface="Arial"/>
              </a:defRPr>
            </a:lvl9pPr>
          </a:lstStyle>
          <a:p xmlns:a="http://schemas.openxmlformats.org/drawingml/2006/main">
            <a:pPr>
              <a:defRPr sz="1200" b="0">
                <a:solidFill>
                  <a:srgbClr val="526978"/>
                </a:solidFill>
                <a:latin typeface="Arial"/>
                <a:ea typeface="Arial"/>
                <a:cs typeface="Arial"/>
              </a:defRPr>
            </a:pPr>
            <a:r>
              <a:rPr sz="1200" b="0">
                <a:solidFill>
                  <a:srgbClr val="526978"/>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8A85FAD8-46E3-4A37-AC3B-5C7E06B6FD56}"/>
              </a:ext>
            </a:extLst>
          </p:cNvPr>
          <p:cNvSpPr>
            <a:spLocks xmlns:a="http://schemas.openxmlformats.org/drawingml/2006/main" noGrp="1"/>
          </p:cNvSpPr>
          <p:nvPr/>
        </p:nvSpPr>
        <p:spPr>
          <a:xfrm xmlns:a="http://schemas.openxmlformats.org/drawingml/2006/main">
            <a:off x="609600" y="2019300"/>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526978"/>
                </a:solidFill>
                <a:latin typeface="Arial"/>
                <a:ea typeface="Arial"/>
                <a:cs typeface="Arial"/>
              </a:defRPr>
            </a:defPPr>
            <a:lvl1pPr>
              <a:defRPr sz="2700" b="1">
                <a:solidFill>
                  <a:srgbClr val="526978"/>
                </a:solidFill>
                <a:latin typeface="Arial"/>
                <a:ea typeface="Arial"/>
                <a:cs typeface="Arial"/>
              </a:defRPr>
            </a:lvl1pPr>
            <a:lvl2pPr>
              <a:defRPr sz="2700" b="1">
                <a:solidFill>
                  <a:srgbClr val="526978"/>
                </a:solidFill>
                <a:latin typeface="Arial"/>
                <a:ea typeface="Arial"/>
                <a:cs typeface="Arial"/>
              </a:defRPr>
            </a:lvl2pPr>
            <a:lvl3pPr>
              <a:defRPr sz="2700" b="1">
                <a:solidFill>
                  <a:srgbClr val="526978"/>
                </a:solidFill>
                <a:latin typeface="Arial"/>
                <a:ea typeface="Arial"/>
                <a:cs typeface="Arial"/>
              </a:defRPr>
            </a:lvl3pPr>
            <a:lvl4pPr>
              <a:defRPr sz="2700" b="1">
                <a:solidFill>
                  <a:srgbClr val="526978"/>
                </a:solidFill>
                <a:latin typeface="Arial"/>
                <a:ea typeface="Arial"/>
                <a:cs typeface="Arial"/>
              </a:defRPr>
            </a:lvl4pPr>
            <a:lvl5pPr>
              <a:defRPr sz="2700" b="1">
                <a:solidFill>
                  <a:srgbClr val="526978"/>
                </a:solidFill>
                <a:latin typeface="Arial"/>
                <a:ea typeface="Arial"/>
                <a:cs typeface="Arial"/>
              </a:defRPr>
            </a:lvl5pPr>
            <a:lvl6pPr>
              <a:defRPr sz="2700" b="1">
                <a:solidFill>
                  <a:srgbClr val="526978"/>
                </a:solidFill>
                <a:latin typeface="Arial"/>
                <a:ea typeface="Arial"/>
                <a:cs typeface="Arial"/>
              </a:defRPr>
            </a:lvl6pPr>
            <a:lvl7pPr>
              <a:defRPr sz="2700" b="1">
                <a:solidFill>
                  <a:srgbClr val="526978"/>
                </a:solidFill>
                <a:latin typeface="Arial"/>
                <a:ea typeface="Arial"/>
                <a:cs typeface="Arial"/>
              </a:defRPr>
            </a:lvl7pPr>
            <a:lvl8pPr>
              <a:defRPr sz="2700" b="1">
                <a:solidFill>
                  <a:srgbClr val="526978"/>
                </a:solidFill>
                <a:latin typeface="Arial"/>
                <a:ea typeface="Arial"/>
                <a:cs typeface="Arial"/>
              </a:defRPr>
            </a:lvl8pPr>
            <a:lvl9pPr>
              <a:defRPr sz="2700" b="1">
                <a:solidFill>
                  <a:srgbClr val="526978"/>
                </a:solidFill>
                <a:latin typeface="Arial"/>
                <a:ea typeface="Arial"/>
                <a:cs typeface="Arial"/>
              </a:defRPr>
            </a:lvl9pPr>
          </a:lstStyle>
          <a:p xmlns:a="http://schemas.openxmlformats.org/drawingml/2006/main">
            <a:pPr>
              <a:defRPr sz="2700" b="1">
                <a:solidFill>
                  <a:srgbClr val="526978"/>
                </a:solidFill>
                <a:latin typeface="Arial"/>
                <a:ea typeface="Arial"/>
                <a:cs typeface="Arial"/>
              </a:defRPr>
            </a:pPr>
            <a:r>
              <a:rPr sz="2700" b="1">
                <a:solidFill>
                  <a:srgbClr val="526978"/>
                </a:solidFill>
                <a:latin typeface="Arial"/>
                <a:ea typeface="Arial"/>
                <a:cs typeface="Arial"/>
              </a:rPr>
              <a:t>Submission 1</a:t>
            </a:r>
          </a:p>
        </p:txBody>
      </p:sp>
      <p:sp>
        <p:nvSpPr>
          <p:cNvPr id="5" name="">
            <a:extLst xmlns:a="http://schemas.openxmlformats.org/drawingml/2006/main">
              <a:ext uri="{FF2B5EF4-FFF2-40B4-BE49-F238E27FC236}">
                <a16:creationId xmlns:a16="http://schemas.microsoft.com/office/drawing/2014/main" id="{D2C9BD75-FE8E-4F77-9B58-9CD8EF7320A9}"/>
              </a:ext>
            </a:extLst>
          </p:cNvPr>
          <p:cNvSpPr>
            <a:spLocks xmlns:a="http://schemas.openxmlformats.org/drawingml/2006/main" noGrp="1"/>
          </p:cNvSpPr>
          <p:nvPr/>
        </p:nvSpPr>
        <p:spPr>
          <a:xfrm xmlns:a="http://schemas.openxmlformats.org/drawingml/2006/main">
            <a:off x="609600" y="27146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D3662B"/>
                </a:solidFill>
                <a:latin typeface="Arial"/>
                <a:ea typeface="Arial"/>
                <a:cs typeface="Arial"/>
              </a:defRPr>
            </a:defPPr>
            <a:lvl1pPr>
              <a:defRPr sz="2175" b="0">
                <a:solidFill>
                  <a:srgbClr val="D3662B"/>
                </a:solidFill>
                <a:latin typeface="Arial"/>
                <a:ea typeface="Arial"/>
                <a:cs typeface="Arial"/>
              </a:defRPr>
            </a:lvl1pPr>
            <a:lvl2pPr>
              <a:defRPr sz="2175" b="0">
                <a:solidFill>
                  <a:srgbClr val="D3662B"/>
                </a:solidFill>
                <a:latin typeface="Arial"/>
                <a:ea typeface="Arial"/>
                <a:cs typeface="Arial"/>
              </a:defRPr>
            </a:lvl2pPr>
            <a:lvl3pPr>
              <a:defRPr sz="2175" b="0">
                <a:solidFill>
                  <a:srgbClr val="D3662B"/>
                </a:solidFill>
                <a:latin typeface="Arial"/>
                <a:ea typeface="Arial"/>
                <a:cs typeface="Arial"/>
              </a:defRPr>
            </a:lvl3pPr>
            <a:lvl4pPr>
              <a:defRPr sz="2175" b="0">
                <a:solidFill>
                  <a:srgbClr val="D3662B"/>
                </a:solidFill>
                <a:latin typeface="Arial"/>
                <a:ea typeface="Arial"/>
                <a:cs typeface="Arial"/>
              </a:defRPr>
            </a:lvl4pPr>
            <a:lvl5pPr>
              <a:defRPr sz="2175" b="0">
                <a:solidFill>
                  <a:srgbClr val="D3662B"/>
                </a:solidFill>
                <a:latin typeface="Arial"/>
                <a:ea typeface="Arial"/>
                <a:cs typeface="Arial"/>
              </a:defRPr>
            </a:lvl5pPr>
            <a:lvl6pPr>
              <a:defRPr sz="2175" b="0">
                <a:solidFill>
                  <a:srgbClr val="D3662B"/>
                </a:solidFill>
                <a:latin typeface="Arial"/>
                <a:ea typeface="Arial"/>
                <a:cs typeface="Arial"/>
              </a:defRPr>
            </a:lvl6pPr>
            <a:lvl7pPr>
              <a:defRPr sz="2175" b="0">
                <a:solidFill>
                  <a:srgbClr val="D3662B"/>
                </a:solidFill>
                <a:latin typeface="Arial"/>
                <a:ea typeface="Arial"/>
                <a:cs typeface="Arial"/>
              </a:defRPr>
            </a:lvl7pPr>
            <a:lvl8pPr>
              <a:defRPr sz="2175" b="0">
                <a:solidFill>
                  <a:srgbClr val="D3662B"/>
                </a:solidFill>
                <a:latin typeface="Arial"/>
                <a:ea typeface="Arial"/>
                <a:cs typeface="Arial"/>
              </a:defRPr>
            </a:lvl8pPr>
            <a:lvl9pPr>
              <a:defRPr sz="2175" b="0">
                <a:solidFill>
                  <a:srgbClr val="D3662B"/>
                </a:solidFill>
                <a:latin typeface="Arial"/>
                <a:ea typeface="Arial"/>
                <a:cs typeface="Arial"/>
              </a:defRPr>
            </a:lvl9pPr>
          </a:lstStyle>
          <a:p xmlns:a="http://schemas.openxmlformats.org/drawingml/2006/main">
            <a:pPr>
              <a:defRPr sz="2175" b="0">
                <a:solidFill>
                  <a:srgbClr val="D3662B"/>
                </a:solidFill>
                <a:latin typeface="Arial"/>
                <a:ea typeface="Arial"/>
                <a:cs typeface="Arial"/>
              </a:defRPr>
            </a:pPr>
            <a:r>
              <a:rPr sz="2175" b="0">
                <a:solidFill>
                  <a:srgbClr val="D3662B"/>
                </a:solidFill>
                <a:latin typeface="Arial"/>
                <a:ea typeface="Arial"/>
                <a:cs typeface="Arial"/>
              </a:rPr>
              <a:t>Returned with a reason</a:t>
            </a:r>
          </a:p>
        </p:txBody>
      </p:sp>
      <p:sp>
        <p:nvSpPr>
          <p:cNvPr id="6" name="">
            <a:extLst xmlns:a="http://schemas.openxmlformats.org/drawingml/2006/main">
              <a:ext uri="{FF2B5EF4-FFF2-40B4-BE49-F238E27FC236}">
                <a16:creationId xmlns:a16="http://schemas.microsoft.com/office/drawing/2014/main" id="{2A4C8343-33E8-4A13-9C9F-48A5EB7E0D26}"/>
              </a:ext>
            </a:extLst>
          </p:cNvPr>
          <p:cNvSpPr>
            <a:spLocks xmlns:a="http://schemas.openxmlformats.org/drawingml/2006/main" noGrp="1"/>
          </p:cNvSpPr>
          <p:nvPr/>
        </p:nvSpPr>
        <p:spPr>
          <a:xfrm xmlns:a="http://schemas.openxmlformats.org/drawingml/2006/main">
            <a:off x="609600" y="3848100"/>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87F8C"/>
                </a:solidFill>
                <a:latin typeface="Arial"/>
                <a:ea typeface="Arial"/>
                <a:cs typeface="Arial"/>
              </a:defRPr>
            </a:defPPr>
            <a:lvl1pPr>
              <a:defRPr sz="2700" b="1">
                <a:solidFill>
                  <a:srgbClr val="087F8C"/>
                </a:solidFill>
                <a:latin typeface="Arial"/>
                <a:ea typeface="Arial"/>
                <a:cs typeface="Arial"/>
              </a:defRPr>
            </a:lvl1pPr>
            <a:lvl2pPr>
              <a:defRPr sz="2700" b="1">
                <a:solidFill>
                  <a:srgbClr val="087F8C"/>
                </a:solidFill>
                <a:latin typeface="Arial"/>
                <a:ea typeface="Arial"/>
                <a:cs typeface="Arial"/>
              </a:defRPr>
            </a:lvl2pPr>
            <a:lvl3pPr>
              <a:defRPr sz="2700" b="1">
                <a:solidFill>
                  <a:srgbClr val="087F8C"/>
                </a:solidFill>
                <a:latin typeface="Arial"/>
                <a:ea typeface="Arial"/>
                <a:cs typeface="Arial"/>
              </a:defRPr>
            </a:lvl3pPr>
            <a:lvl4pPr>
              <a:defRPr sz="2700" b="1">
                <a:solidFill>
                  <a:srgbClr val="087F8C"/>
                </a:solidFill>
                <a:latin typeface="Arial"/>
                <a:ea typeface="Arial"/>
                <a:cs typeface="Arial"/>
              </a:defRPr>
            </a:lvl4pPr>
            <a:lvl5pPr>
              <a:defRPr sz="2700" b="1">
                <a:solidFill>
                  <a:srgbClr val="087F8C"/>
                </a:solidFill>
                <a:latin typeface="Arial"/>
                <a:ea typeface="Arial"/>
                <a:cs typeface="Arial"/>
              </a:defRPr>
            </a:lvl5pPr>
            <a:lvl6pPr>
              <a:defRPr sz="2700" b="1">
                <a:solidFill>
                  <a:srgbClr val="087F8C"/>
                </a:solidFill>
                <a:latin typeface="Arial"/>
                <a:ea typeface="Arial"/>
                <a:cs typeface="Arial"/>
              </a:defRPr>
            </a:lvl6pPr>
            <a:lvl7pPr>
              <a:defRPr sz="2700" b="1">
                <a:solidFill>
                  <a:srgbClr val="087F8C"/>
                </a:solidFill>
                <a:latin typeface="Arial"/>
                <a:ea typeface="Arial"/>
                <a:cs typeface="Arial"/>
              </a:defRPr>
            </a:lvl7pPr>
            <a:lvl8pPr>
              <a:defRPr sz="2700" b="1">
                <a:solidFill>
                  <a:srgbClr val="087F8C"/>
                </a:solidFill>
                <a:latin typeface="Arial"/>
                <a:ea typeface="Arial"/>
                <a:cs typeface="Arial"/>
              </a:defRPr>
            </a:lvl8pPr>
            <a:lvl9pPr>
              <a:defRPr sz="2700" b="1">
                <a:solidFill>
                  <a:srgbClr val="087F8C"/>
                </a:solidFill>
                <a:latin typeface="Arial"/>
                <a:ea typeface="Arial"/>
                <a:cs typeface="Arial"/>
              </a:defRPr>
            </a:lvl9pPr>
          </a:lstStyle>
          <a:p xmlns:a="http://schemas.openxmlformats.org/drawingml/2006/main">
            <a:pPr>
              <a:defRPr sz="2700" b="1">
                <a:solidFill>
                  <a:srgbClr val="087F8C"/>
                </a:solidFill>
                <a:latin typeface="Arial"/>
                <a:ea typeface="Arial"/>
                <a:cs typeface="Arial"/>
              </a:defRPr>
            </a:pPr>
            <a:r>
              <a:rPr sz="2700" b="1">
                <a:solidFill>
                  <a:srgbClr val="087F8C"/>
                </a:solidFill>
                <a:latin typeface="Arial"/>
                <a:ea typeface="Arial"/>
                <a:cs typeface="Arial"/>
              </a:rPr>
              <a:t>Submission 2</a:t>
            </a:r>
          </a:p>
        </p:txBody>
      </p:sp>
      <p:sp>
        <p:nvSpPr>
          <p:cNvPr id="7" name="">
            <a:extLst xmlns:a="http://schemas.openxmlformats.org/drawingml/2006/main">
              <a:ext uri="{FF2B5EF4-FFF2-40B4-BE49-F238E27FC236}">
                <a16:creationId xmlns:a16="http://schemas.microsoft.com/office/drawing/2014/main" id="{58666F8F-5FCF-4B4E-A08A-B217A48BEBD3}"/>
              </a:ext>
            </a:extLst>
          </p:cNvPr>
          <p:cNvSpPr>
            <a:spLocks xmlns:a="http://schemas.openxmlformats.org/drawingml/2006/main" noGrp="1"/>
          </p:cNvSpPr>
          <p:nvPr/>
        </p:nvSpPr>
        <p:spPr>
          <a:xfrm xmlns:a="http://schemas.openxmlformats.org/drawingml/2006/main">
            <a:off x="609600" y="4543425"/>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247"/>
                </a:solidFill>
                <a:latin typeface="Arial"/>
                <a:ea typeface="Arial"/>
                <a:cs typeface="Arial"/>
              </a:defRPr>
            </a:defPPr>
            <a:lvl1pPr>
              <a:defRPr sz="2175" b="0">
                <a:solidFill>
                  <a:srgbClr val="143247"/>
                </a:solidFill>
                <a:latin typeface="Arial"/>
                <a:ea typeface="Arial"/>
                <a:cs typeface="Arial"/>
              </a:defRPr>
            </a:lvl1pPr>
            <a:lvl2pPr>
              <a:defRPr sz="2175" b="0">
                <a:solidFill>
                  <a:srgbClr val="143247"/>
                </a:solidFill>
                <a:latin typeface="Arial"/>
                <a:ea typeface="Arial"/>
                <a:cs typeface="Arial"/>
              </a:defRPr>
            </a:lvl2pPr>
            <a:lvl3pPr>
              <a:defRPr sz="2175" b="0">
                <a:solidFill>
                  <a:srgbClr val="143247"/>
                </a:solidFill>
                <a:latin typeface="Arial"/>
                <a:ea typeface="Arial"/>
                <a:cs typeface="Arial"/>
              </a:defRPr>
            </a:lvl3pPr>
            <a:lvl4pPr>
              <a:defRPr sz="2175" b="0">
                <a:solidFill>
                  <a:srgbClr val="143247"/>
                </a:solidFill>
                <a:latin typeface="Arial"/>
                <a:ea typeface="Arial"/>
                <a:cs typeface="Arial"/>
              </a:defRPr>
            </a:lvl4pPr>
            <a:lvl5pPr>
              <a:defRPr sz="2175" b="0">
                <a:solidFill>
                  <a:srgbClr val="143247"/>
                </a:solidFill>
                <a:latin typeface="Arial"/>
                <a:ea typeface="Arial"/>
                <a:cs typeface="Arial"/>
              </a:defRPr>
            </a:lvl5pPr>
            <a:lvl6pPr>
              <a:defRPr sz="2175" b="0">
                <a:solidFill>
                  <a:srgbClr val="143247"/>
                </a:solidFill>
                <a:latin typeface="Arial"/>
                <a:ea typeface="Arial"/>
                <a:cs typeface="Arial"/>
              </a:defRPr>
            </a:lvl6pPr>
            <a:lvl7pPr>
              <a:defRPr sz="2175" b="0">
                <a:solidFill>
                  <a:srgbClr val="143247"/>
                </a:solidFill>
                <a:latin typeface="Arial"/>
                <a:ea typeface="Arial"/>
                <a:cs typeface="Arial"/>
              </a:defRPr>
            </a:lvl7pPr>
            <a:lvl8pPr>
              <a:defRPr sz="2175" b="0">
                <a:solidFill>
                  <a:srgbClr val="143247"/>
                </a:solidFill>
                <a:latin typeface="Arial"/>
                <a:ea typeface="Arial"/>
                <a:cs typeface="Arial"/>
              </a:defRPr>
            </a:lvl8pPr>
            <a:lvl9pPr>
              <a:defRPr sz="2175" b="0">
                <a:solidFill>
                  <a:srgbClr val="143247"/>
                </a:solidFill>
                <a:latin typeface="Arial"/>
                <a:ea typeface="Arial"/>
                <a:cs typeface="Arial"/>
              </a:defRPr>
            </a:lvl9pPr>
          </a:lstStyle>
          <a:p xmlns:a="http://schemas.openxmlformats.org/drawingml/2006/main">
            <a:pPr>
              <a:defRPr sz="2175" b="0">
                <a:solidFill>
                  <a:srgbClr val="143247"/>
                </a:solidFill>
                <a:latin typeface="Arial"/>
                <a:ea typeface="Arial"/>
                <a:cs typeface="Arial"/>
              </a:defRPr>
            </a:pPr>
            <a:r>
              <a:rPr sz="2175" b="0">
                <a:solidFill>
                  <a:srgbClr val="143247"/>
                </a:solidFill>
                <a:latin typeface="Arial"/>
                <a:ea typeface="Arial"/>
                <a:cs typeface="Arial"/>
              </a:rPr>
              <a:t>New correction, new evidence</a:t>
            </a:r>
          </a:p>
        </p:txBody>
      </p:sp>
      <p:sp>
        <p:nvSpPr>
          <p:cNvPr id="8" name="">
            <a:extLst xmlns:a="http://schemas.openxmlformats.org/drawingml/2006/main">
              <a:ext uri="{FF2B5EF4-FFF2-40B4-BE49-F238E27FC236}">
                <a16:creationId xmlns:a16="http://schemas.microsoft.com/office/drawing/2014/main" id="{AC426F73-D836-4D70-A240-E402009E1DEF}"/>
              </a:ext>
            </a:extLst>
          </p:cNvPr>
          <p:cNvSpPr>
            <a:spLocks xmlns:a="http://schemas.openxmlformats.org/drawingml/2006/main" noGrp="1"/>
          </p:cNvSpPr>
          <p:nvPr/>
        </p:nvSpPr>
        <p:spPr>
          <a:xfrm xmlns:a="http://schemas.openxmlformats.org/drawingml/2006/main">
            <a:off x="609600" y="552450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978"/>
                </a:solidFill>
                <a:latin typeface="Arial"/>
                <a:ea typeface="Arial"/>
                <a:cs typeface="Arial"/>
              </a:defRPr>
            </a:defPPr>
            <a:lvl1pPr>
              <a:defRPr sz="1875" b="0">
                <a:solidFill>
                  <a:srgbClr val="526978"/>
                </a:solidFill>
                <a:latin typeface="Arial"/>
                <a:ea typeface="Arial"/>
                <a:cs typeface="Arial"/>
              </a:defRPr>
            </a:lvl1pPr>
            <a:lvl2pPr>
              <a:defRPr sz="1875" b="0">
                <a:solidFill>
                  <a:srgbClr val="526978"/>
                </a:solidFill>
                <a:latin typeface="Arial"/>
                <a:ea typeface="Arial"/>
                <a:cs typeface="Arial"/>
              </a:defRPr>
            </a:lvl2pPr>
            <a:lvl3pPr>
              <a:defRPr sz="1875" b="0">
                <a:solidFill>
                  <a:srgbClr val="526978"/>
                </a:solidFill>
                <a:latin typeface="Arial"/>
                <a:ea typeface="Arial"/>
                <a:cs typeface="Arial"/>
              </a:defRPr>
            </a:lvl3pPr>
            <a:lvl4pPr>
              <a:defRPr sz="1875" b="0">
                <a:solidFill>
                  <a:srgbClr val="526978"/>
                </a:solidFill>
                <a:latin typeface="Arial"/>
                <a:ea typeface="Arial"/>
                <a:cs typeface="Arial"/>
              </a:defRPr>
            </a:lvl4pPr>
            <a:lvl5pPr>
              <a:defRPr sz="1875" b="0">
                <a:solidFill>
                  <a:srgbClr val="526978"/>
                </a:solidFill>
                <a:latin typeface="Arial"/>
                <a:ea typeface="Arial"/>
                <a:cs typeface="Arial"/>
              </a:defRPr>
            </a:lvl5pPr>
            <a:lvl6pPr>
              <a:defRPr sz="1875" b="0">
                <a:solidFill>
                  <a:srgbClr val="526978"/>
                </a:solidFill>
                <a:latin typeface="Arial"/>
                <a:ea typeface="Arial"/>
                <a:cs typeface="Arial"/>
              </a:defRPr>
            </a:lvl6pPr>
            <a:lvl7pPr>
              <a:defRPr sz="1875" b="0">
                <a:solidFill>
                  <a:srgbClr val="526978"/>
                </a:solidFill>
                <a:latin typeface="Arial"/>
                <a:ea typeface="Arial"/>
                <a:cs typeface="Arial"/>
              </a:defRPr>
            </a:lvl7pPr>
            <a:lvl8pPr>
              <a:defRPr sz="1875" b="0">
                <a:solidFill>
                  <a:srgbClr val="526978"/>
                </a:solidFill>
                <a:latin typeface="Arial"/>
                <a:ea typeface="Arial"/>
                <a:cs typeface="Arial"/>
              </a:defRPr>
            </a:lvl8pPr>
            <a:lvl9pPr>
              <a:defRPr sz="1875" b="0">
                <a:solidFill>
                  <a:srgbClr val="526978"/>
                </a:solidFill>
                <a:latin typeface="Arial"/>
                <a:ea typeface="Arial"/>
                <a:cs typeface="Arial"/>
              </a:defRPr>
            </a:lvl9pPr>
          </a:lstStyle>
          <a:p xmlns:a="http://schemas.openxmlformats.org/drawingml/2006/main">
            <a:pPr>
              <a:defRPr sz="1875" b="0">
                <a:solidFill>
                  <a:srgbClr val="526978"/>
                </a:solidFill>
                <a:latin typeface="Arial"/>
                <a:ea typeface="Arial"/>
                <a:cs typeface="Arial"/>
              </a:defRPr>
            </a:pPr>
            <a:r>
              <a:rPr sz="1875" b="0">
                <a:solidFill>
                  <a:srgbClr val="526978"/>
                </a:solidFill>
                <a:latin typeface="Arial"/>
                <a:ea typeface="Arial"/>
                <a:cs typeface="Arial"/>
              </a:rPr>
              <a:t>Separate tables reduce repeated facts.</a:t>
            </a:r>
          </a:p>
        </p:txBody>
      </p:sp>
      <p:sp>
        <p:nvSpPr>
          <p:cNvPr id="9" name="">
            <a:extLst xmlns:a="http://schemas.openxmlformats.org/drawingml/2006/main">
              <a:ext uri="{FF2B5EF4-FFF2-40B4-BE49-F238E27FC236}">
                <a16:creationId xmlns:a16="http://schemas.microsoft.com/office/drawing/2014/main" id="{0F1D3B3D-099D-4F60-B7A7-EBBB086F0FA1}"/>
              </a:ext>
            </a:extLst>
          </p:cNvPr>
          <p:cNvSpPr>
            <a:spLocks xmlns:a="http://schemas.openxmlformats.org/drawingml/2006/main" noGrp="1"/>
          </p:cNvSpPr>
          <p:nvPr/>
        </p:nvSpPr>
        <p:spPr>
          <a:xfrm xmlns:a="http://schemas.openxmlformats.org/drawingml/2006/main">
            <a:off x="5667375" y="2066925"/>
            <a:ext cx="5915025" cy="28575"/>
          </a:xfrm>
          <a:prstGeom xmlns:a="http://schemas.openxmlformats.org/drawingml/2006/main" prst="rect">
            <a:avLst/>
          </a:prstGeom>
          <a:solidFill xmlns:a="http://schemas.openxmlformats.org/drawingml/2006/main">
            <a:srgbClr val="C8DCE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785397D-92DF-4BB2-83F4-6145AEF02F43}"/>
              </a:ext>
            </a:extLst>
          </p:cNvPr>
          <p:cNvSpPr>
            <a:spLocks xmlns:a="http://schemas.openxmlformats.org/drawingml/2006/main" noGrp="1"/>
          </p:cNvSpPr>
          <p:nvPr/>
        </p:nvSpPr>
        <p:spPr>
          <a:xfrm xmlns:a="http://schemas.openxmlformats.org/drawingml/2006/main">
            <a:off x="6105525" y="225742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087F8C"/>
                </a:solidFill>
                <a:latin typeface="Arial"/>
                <a:ea typeface="Arial"/>
                <a:cs typeface="Arial"/>
              </a:defRPr>
            </a:defPPr>
            <a:lvl1pPr>
              <a:defRPr sz="2625" b="1">
                <a:solidFill>
                  <a:srgbClr val="087F8C"/>
                </a:solidFill>
                <a:latin typeface="Arial"/>
                <a:ea typeface="Arial"/>
                <a:cs typeface="Arial"/>
              </a:defRPr>
            </a:lvl1pPr>
            <a:lvl2pPr>
              <a:defRPr sz="2625" b="1">
                <a:solidFill>
                  <a:srgbClr val="087F8C"/>
                </a:solidFill>
                <a:latin typeface="Arial"/>
                <a:ea typeface="Arial"/>
                <a:cs typeface="Arial"/>
              </a:defRPr>
            </a:lvl2pPr>
            <a:lvl3pPr>
              <a:defRPr sz="2625" b="1">
                <a:solidFill>
                  <a:srgbClr val="087F8C"/>
                </a:solidFill>
                <a:latin typeface="Arial"/>
                <a:ea typeface="Arial"/>
                <a:cs typeface="Arial"/>
              </a:defRPr>
            </a:lvl3pPr>
            <a:lvl4pPr>
              <a:defRPr sz="2625" b="1">
                <a:solidFill>
                  <a:srgbClr val="087F8C"/>
                </a:solidFill>
                <a:latin typeface="Arial"/>
                <a:ea typeface="Arial"/>
                <a:cs typeface="Arial"/>
              </a:defRPr>
            </a:lvl4pPr>
            <a:lvl5pPr>
              <a:defRPr sz="2625" b="1">
                <a:solidFill>
                  <a:srgbClr val="087F8C"/>
                </a:solidFill>
                <a:latin typeface="Arial"/>
                <a:ea typeface="Arial"/>
                <a:cs typeface="Arial"/>
              </a:defRPr>
            </a:lvl5pPr>
            <a:lvl6pPr>
              <a:defRPr sz="2625" b="1">
                <a:solidFill>
                  <a:srgbClr val="087F8C"/>
                </a:solidFill>
                <a:latin typeface="Arial"/>
                <a:ea typeface="Arial"/>
                <a:cs typeface="Arial"/>
              </a:defRPr>
            </a:lvl6pPr>
            <a:lvl7pPr>
              <a:defRPr sz="2625" b="1">
                <a:solidFill>
                  <a:srgbClr val="087F8C"/>
                </a:solidFill>
                <a:latin typeface="Arial"/>
                <a:ea typeface="Arial"/>
                <a:cs typeface="Arial"/>
              </a:defRPr>
            </a:lvl7pPr>
            <a:lvl8pPr>
              <a:defRPr sz="2625" b="1">
                <a:solidFill>
                  <a:srgbClr val="087F8C"/>
                </a:solidFill>
                <a:latin typeface="Arial"/>
                <a:ea typeface="Arial"/>
                <a:cs typeface="Arial"/>
              </a:defRPr>
            </a:lvl8pPr>
            <a:lvl9pPr>
              <a:defRPr sz="2625" b="1">
                <a:solidFill>
                  <a:srgbClr val="087F8C"/>
                </a:solidFill>
                <a:latin typeface="Arial"/>
                <a:ea typeface="Arial"/>
                <a:cs typeface="Arial"/>
              </a:defRPr>
            </a:lvl9pPr>
          </a:lstStyle>
          <a:p xmlns:a="http://schemas.openxmlformats.org/drawingml/2006/main">
            <a:pPr>
              <a:defRPr sz="2625" b="1">
                <a:solidFill>
                  <a:srgbClr val="087F8C"/>
                </a:solidFill>
                <a:latin typeface="Arial"/>
                <a:ea typeface="Arial"/>
                <a:cs typeface="Arial"/>
              </a:defRPr>
            </a:pPr>
            <a:r>
              <a:rPr sz="2625" b="1">
                <a:solidFill>
                  <a:srgbClr val="087F8C"/>
                </a:solidFill>
                <a:latin typeface="Arial"/>
                <a:ea typeface="Arial"/>
                <a:cs typeface="Arial"/>
              </a:rPr>
              <a:t>One transaction</a:t>
            </a:r>
          </a:p>
        </p:txBody>
      </p:sp>
      <p:sp>
        <p:nvSpPr>
          <p:cNvPr id="11" name="">
            <a:extLst xmlns:a="http://schemas.openxmlformats.org/drawingml/2006/main">
              <a:ext uri="{FF2B5EF4-FFF2-40B4-BE49-F238E27FC236}">
                <a16:creationId xmlns:a16="http://schemas.microsoft.com/office/drawing/2014/main" id="{6D7E6C13-C879-4D62-91E9-C7CCECCCCE57}"/>
              </a:ext>
            </a:extLst>
          </p:cNvPr>
          <p:cNvSpPr>
            <a:spLocks xmlns:a="http://schemas.openxmlformats.org/drawingml/2006/main" noGrp="1"/>
          </p:cNvSpPr>
          <p:nvPr/>
        </p:nvSpPr>
        <p:spPr>
          <a:xfrm xmlns:a="http://schemas.openxmlformats.org/drawingml/2006/main">
            <a:off x="6105525" y="3095625"/>
            <a:ext cx="514350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247"/>
                </a:solidFill>
                <a:latin typeface="Arial"/>
                <a:ea typeface="Arial"/>
                <a:cs typeface="Arial"/>
              </a:defRPr>
            </a:defPPr>
            <a:lvl1pPr>
              <a:defRPr sz="2175" b="0">
                <a:solidFill>
                  <a:srgbClr val="143247"/>
                </a:solidFill>
                <a:latin typeface="Arial"/>
                <a:ea typeface="Arial"/>
                <a:cs typeface="Arial"/>
              </a:defRPr>
            </a:lvl1pPr>
            <a:lvl2pPr>
              <a:defRPr sz="2175" b="0">
                <a:solidFill>
                  <a:srgbClr val="143247"/>
                </a:solidFill>
                <a:latin typeface="Arial"/>
                <a:ea typeface="Arial"/>
                <a:cs typeface="Arial"/>
              </a:defRPr>
            </a:lvl2pPr>
            <a:lvl3pPr>
              <a:defRPr sz="2175" b="0">
                <a:solidFill>
                  <a:srgbClr val="143247"/>
                </a:solidFill>
                <a:latin typeface="Arial"/>
                <a:ea typeface="Arial"/>
                <a:cs typeface="Arial"/>
              </a:defRPr>
            </a:lvl3pPr>
            <a:lvl4pPr>
              <a:defRPr sz="2175" b="0">
                <a:solidFill>
                  <a:srgbClr val="143247"/>
                </a:solidFill>
                <a:latin typeface="Arial"/>
                <a:ea typeface="Arial"/>
                <a:cs typeface="Arial"/>
              </a:defRPr>
            </a:lvl4pPr>
            <a:lvl5pPr>
              <a:defRPr sz="2175" b="0">
                <a:solidFill>
                  <a:srgbClr val="143247"/>
                </a:solidFill>
                <a:latin typeface="Arial"/>
                <a:ea typeface="Arial"/>
                <a:cs typeface="Arial"/>
              </a:defRPr>
            </a:lvl5pPr>
            <a:lvl6pPr>
              <a:defRPr sz="2175" b="0">
                <a:solidFill>
                  <a:srgbClr val="143247"/>
                </a:solidFill>
                <a:latin typeface="Arial"/>
                <a:ea typeface="Arial"/>
                <a:cs typeface="Arial"/>
              </a:defRPr>
            </a:lvl6pPr>
            <a:lvl7pPr>
              <a:defRPr sz="2175" b="0">
                <a:solidFill>
                  <a:srgbClr val="143247"/>
                </a:solidFill>
                <a:latin typeface="Arial"/>
                <a:ea typeface="Arial"/>
                <a:cs typeface="Arial"/>
              </a:defRPr>
            </a:lvl7pPr>
            <a:lvl8pPr>
              <a:defRPr sz="2175" b="0">
                <a:solidFill>
                  <a:srgbClr val="143247"/>
                </a:solidFill>
                <a:latin typeface="Arial"/>
                <a:ea typeface="Arial"/>
                <a:cs typeface="Arial"/>
              </a:defRPr>
            </a:lvl8pPr>
            <a:lvl9pPr>
              <a:defRPr sz="2175" b="0">
                <a:solidFill>
                  <a:srgbClr val="143247"/>
                </a:solidFill>
                <a:latin typeface="Arial"/>
                <a:ea typeface="Arial"/>
                <a:cs typeface="Arial"/>
              </a:defRPr>
            </a:lvl9pPr>
          </a:lstStyle>
          <a:p xmlns:a="http://schemas.openxmlformats.org/drawingml/2006/main">
            <a:pPr>
              <a:defRPr sz="2175" b="0">
                <a:solidFill>
                  <a:srgbClr val="143247"/>
                </a:solidFill>
                <a:latin typeface="Arial"/>
                <a:ea typeface="Arial"/>
                <a:cs typeface="Arial"/>
              </a:defRPr>
            </a:pPr>
            <a:r>
              <a:rPr sz="2175" b="0">
                <a:solidFill>
                  <a:srgbClr val="143247"/>
                </a:solidFill>
                <a:latin typeface="Arial"/>
                <a:ea typeface="Arial"/>
                <a:cs typeface="Arial"/>
              </a:rPr>
              <a:t>Record review</a:t>
            </a:r>
          </a:p>
          <a:p xmlns:a="http://schemas.openxmlformats.org/drawingml/2006/main">
            <a:pPr>
              <a:defRPr sz="2175" b="0">
                <a:solidFill>
                  <a:srgbClr val="143247"/>
                </a:solidFill>
                <a:latin typeface="Arial"/>
                <a:ea typeface="Arial"/>
                <a:cs typeface="Arial"/>
              </a:defRPr>
            </a:pPr>
            <a:r>
              <a:rPr sz="2175" b="0">
                <a:solidFill>
                  <a:srgbClr val="143247"/>
                </a:solidFill>
                <a:latin typeface="Arial"/>
                <a:ea typeface="Arial"/>
                <a:cs typeface="Arial"/>
              </a:rPr>
              <a:t>Verify exact submission</a:t>
            </a:r>
          </a:p>
          <a:p xmlns:a="http://schemas.openxmlformats.org/drawingml/2006/main">
            <a:pPr>
              <a:defRPr sz="2175" b="0">
                <a:solidFill>
                  <a:srgbClr val="143247"/>
                </a:solidFill>
                <a:latin typeface="Arial"/>
                <a:ea typeface="Arial"/>
                <a:cs typeface="Arial"/>
              </a:defRPr>
            </a:pPr>
            <a:r>
              <a:rPr sz="2175" b="0">
                <a:solidFill>
                  <a:srgbClr val="143247"/>
                </a:solidFill>
                <a:latin typeface="Arial"/>
                <a:ea typeface="Arial"/>
                <a:cs typeface="Arial"/>
              </a:rPr>
              <a:t>Resolve linked complaint</a:t>
            </a:r>
          </a:p>
          <a:p xmlns:a="http://schemas.openxmlformats.org/drawingml/2006/main">
            <a:pPr>
              <a:defRPr sz="2175" b="0">
                <a:solidFill>
                  <a:srgbClr val="143247"/>
                </a:solidFill>
                <a:latin typeface="Arial"/>
                <a:ea typeface="Arial"/>
                <a:cs typeface="Arial"/>
              </a:defRPr>
            </a:pPr>
            <a:r>
              <a:rPr sz="2175" b="0">
                <a:solidFill>
                  <a:srgbClr val="143247"/>
                </a:solidFill>
                <a:latin typeface="Arial"/>
                <a:ea typeface="Arial"/>
                <a:cs typeface="Arial"/>
              </a:rPr>
              <a:t>Recalculate availability + audit</a:t>
            </a:r>
          </a:p>
        </p:txBody>
      </p:sp>
      <p:sp>
        <p:nvSpPr>
          <p:cNvPr id="12" name="">
            <a:extLst xmlns:a="http://schemas.openxmlformats.org/drawingml/2006/main">
              <a:ext uri="{FF2B5EF4-FFF2-40B4-BE49-F238E27FC236}">
                <a16:creationId xmlns:a16="http://schemas.microsoft.com/office/drawing/2014/main" id="{7C6A357C-5A23-41FA-A318-8434961F184A}"/>
              </a:ext>
            </a:extLst>
          </p:cNvPr>
          <p:cNvSpPr>
            <a:spLocks xmlns:a="http://schemas.openxmlformats.org/drawingml/2006/main" noGrp="1"/>
          </p:cNvSpPr>
          <p:nvPr/>
        </p:nvSpPr>
        <p:spPr>
          <a:xfrm xmlns:a="http://schemas.openxmlformats.org/drawingml/2006/main">
            <a:off x="6105525" y="5438775"/>
            <a:ext cx="5476875" cy="600075"/>
          </a:xfrm>
          <a:prstGeom xmlns:a="http://schemas.openxmlformats.org/drawingml/2006/main" prst="rect">
            <a:avLst/>
          </a:prstGeom>
          <a:solidFill xmlns:a="http://schemas.openxmlformats.org/drawingml/2006/main">
            <a:srgbClr val="14324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237052B-5808-4594-92B7-420E6A062717}"/>
              </a:ext>
            </a:extLst>
          </p:cNvPr>
          <p:cNvSpPr>
            <a:spLocks xmlns:a="http://schemas.openxmlformats.org/drawingml/2006/main" noGrp="1"/>
          </p:cNvSpPr>
          <p:nvPr/>
        </p:nvSpPr>
        <p:spPr>
          <a:xfrm xmlns:a="http://schemas.openxmlformats.org/drawingml/2006/main">
            <a:off x="6276975" y="5610225"/>
            <a:ext cx="5124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FFFFFF"/>
                </a:solidFill>
                <a:latin typeface="Arial"/>
                <a:ea typeface="Arial"/>
                <a:cs typeface="Arial"/>
              </a:defRPr>
            </a:defPPr>
            <a:lvl1pPr>
              <a:defRPr sz="1875" b="1">
                <a:solidFill>
                  <a:srgbClr val="FFFFFF"/>
                </a:solidFill>
                <a:latin typeface="Arial"/>
                <a:ea typeface="Arial"/>
                <a:cs typeface="Arial"/>
              </a:defRPr>
            </a:lvl1pPr>
            <a:lvl2pPr>
              <a:defRPr sz="1875" b="1">
                <a:solidFill>
                  <a:srgbClr val="FFFFFF"/>
                </a:solidFill>
                <a:latin typeface="Arial"/>
                <a:ea typeface="Arial"/>
                <a:cs typeface="Arial"/>
              </a:defRPr>
            </a:lvl2pPr>
            <a:lvl3pPr>
              <a:defRPr sz="1875" b="1">
                <a:solidFill>
                  <a:srgbClr val="FFFFFF"/>
                </a:solidFill>
                <a:latin typeface="Arial"/>
                <a:ea typeface="Arial"/>
                <a:cs typeface="Arial"/>
              </a:defRPr>
            </a:lvl3pPr>
            <a:lvl4pPr>
              <a:defRPr sz="1875" b="1">
                <a:solidFill>
                  <a:srgbClr val="FFFFFF"/>
                </a:solidFill>
                <a:latin typeface="Arial"/>
                <a:ea typeface="Arial"/>
                <a:cs typeface="Arial"/>
              </a:defRPr>
            </a:lvl4pPr>
            <a:lvl5pPr>
              <a:defRPr sz="1875" b="1">
                <a:solidFill>
                  <a:srgbClr val="FFFFFF"/>
                </a:solidFill>
                <a:latin typeface="Arial"/>
                <a:ea typeface="Arial"/>
                <a:cs typeface="Arial"/>
              </a:defRPr>
            </a:lvl5pPr>
            <a:lvl6pPr>
              <a:defRPr sz="1875" b="1">
                <a:solidFill>
                  <a:srgbClr val="FFFFFF"/>
                </a:solidFill>
                <a:latin typeface="Arial"/>
                <a:ea typeface="Arial"/>
                <a:cs typeface="Arial"/>
              </a:defRPr>
            </a:lvl6pPr>
            <a:lvl7pPr>
              <a:defRPr sz="1875" b="1">
                <a:solidFill>
                  <a:srgbClr val="FFFFFF"/>
                </a:solidFill>
                <a:latin typeface="Arial"/>
                <a:ea typeface="Arial"/>
                <a:cs typeface="Arial"/>
              </a:defRPr>
            </a:lvl7pPr>
            <a:lvl8pPr>
              <a:defRPr sz="1875" b="1">
                <a:solidFill>
                  <a:srgbClr val="FFFFFF"/>
                </a:solidFill>
                <a:latin typeface="Arial"/>
                <a:ea typeface="Arial"/>
                <a:cs typeface="Arial"/>
              </a:defRPr>
            </a:lvl8pPr>
            <a:lvl9pPr>
              <a:defRPr sz="1875" b="1">
                <a:solidFill>
                  <a:srgbClr val="FFFFFF"/>
                </a:solidFill>
                <a:latin typeface="Arial"/>
                <a:ea typeface="Arial"/>
                <a:cs typeface="Arial"/>
              </a:defRPr>
            </a:lvl9pPr>
          </a:lstStyle>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Commit everything or roll back everything</a:t>
            </a:r>
          </a:p>
        </p:txBody>
      </p:sp>
    </p:spTree>
    <p:extLst>
      <p:ext uri="{BB962C8B-B14F-4D97-AF65-F5344CB8AC3E}">
        <p14:creationId xmlns:p14="http://schemas.microsoft.com/office/powerpoint/2010/main" val="66198573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148BAA9-E497-4C1A-9FFA-BAD6E855ADAC}"/>
              </a:ext>
            </a:extLst>
          </p:cNvPr>
          <p:cNvSpPr>
            <a:spLocks xmlns:a="http://schemas.openxmlformats.org/drawingml/2006/main" noGrp="1"/>
          </p:cNvSpPr>
          <p:nvPr/>
        </p:nvSpPr>
        <p:spPr>
          <a:xfrm xmlns:a="http://schemas.openxmlformats.org/drawingml/2006/main">
            <a:off x="609600" y="457200"/>
            <a:ext cx="523875"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E10DC5-E5E9-44CB-A1A7-03459C323213}"/>
              </a:ext>
            </a:extLst>
          </p:cNvPr>
          <p:cNvSpPr>
            <a:spLocks xmlns:a="http://schemas.openxmlformats.org/drawingml/2006/main" noGrp="1"/>
          </p:cNvSpPr>
          <p:nvPr/>
        </p:nvSpPr>
        <p:spPr>
          <a:xfrm xmlns:a="http://schemas.openxmlformats.org/drawingml/2006/main">
            <a:off x="609600" y="7905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43247"/>
                </a:solidFill>
                <a:latin typeface="Arial"/>
                <a:ea typeface="Arial"/>
                <a:cs typeface="Arial"/>
              </a:defRPr>
            </a:defPPr>
            <a:lvl1pPr>
              <a:defRPr sz="3225" b="1">
                <a:solidFill>
                  <a:srgbClr val="143247"/>
                </a:solidFill>
                <a:latin typeface="Arial"/>
                <a:ea typeface="Arial"/>
                <a:cs typeface="Arial"/>
              </a:defRPr>
            </a:lvl1pPr>
            <a:lvl2pPr>
              <a:defRPr sz="3225" b="1">
                <a:solidFill>
                  <a:srgbClr val="143247"/>
                </a:solidFill>
                <a:latin typeface="Arial"/>
                <a:ea typeface="Arial"/>
                <a:cs typeface="Arial"/>
              </a:defRPr>
            </a:lvl2pPr>
            <a:lvl3pPr>
              <a:defRPr sz="3225" b="1">
                <a:solidFill>
                  <a:srgbClr val="143247"/>
                </a:solidFill>
                <a:latin typeface="Arial"/>
                <a:ea typeface="Arial"/>
                <a:cs typeface="Arial"/>
              </a:defRPr>
            </a:lvl3pPr>
            <a:lvl4pPr>
              <a:defRPr sz="3225" b="1">
                <a:solidFill>
                  <a:srgbClr val="143247"/>
                </a:solidFill>
                <a:latin typeface="Arial"/>
                <a:ea typeface="Arial"/>
                <a:cs typeface="Arial"/>
              </a:defRPr>
            </a:lvl4pPr>
            <a:lvl5pPr>
              <a:defRPr sz="3225" b="1">
                <a:solidFill>
                  <a:srgbClr val="143247"/>
                </a:solidFill>
                <a:latin typeface="Arial"/>
                <a:ea typeface="Arial"/>
                <a:cs typeface="Arial"/>
              </a:defRPr>
            </a:lvl5pPr>
            <a:lvl6pPr>
              <a:defRPr sz="3225" b="1">
                <a:solidFill>
                  <a:srgbClr val="143247"/>
                </a:solidFill>
                <a:latin typeface="Arial"/>
                <a:ea typeface="Arial"/>
                <a:cs typeface="Arial"/>
              </a:defRPr>
            </a:lvl6pPr>
            <a:lvl7pPr>
              <a:defRPr sz="3225" b="1">
                <a:solidFill>
                  <a:srgbClr val="143247"/>
                </a:solidFill>
                <a:latin typeface="Arial"/>
                <a:ea typeface="Arial"/>
                <a:cs typeface="Arial"/>
              </a:defRPr>
            </a:lvl7pPr>
            <a:lvl8pPr>
              <a:defRPr sz="3225" b="1">
                <a:solidFill>
                  <a:srgbClr val="143247"/>
                </a:solidFill>
                <a:latin typeface="Arial"/>
                <a:ea typeface="Arial"/>
                <a:cs typeface="Arial"/>
              </a:defRPr>
            </a:lvl8pPr>
            <a:lvl9pPr>
              <a:defRPr sz="3225" b="1">
                <a:solidFill>
                  <a:srgbClr val="143247"/>
                </a:solidFill>
                <a:latin typeface="Arial"/>
                <a:ea typeface="Arial"/>
                <a:cs typeface="Arial"/>
              </a:defRPr>
            </a:lvl9pPr>
          </a:lstStyle>
          <a:p xmlns:a="http://schemas.openxmlformats.org/drawingml/2006/main">
            <a:pPr>
              <a:defRPr sz="3225" b="1">
                <a:solidFill>
                  <a:srgbClr val="143247"/>
                </a:solidFill>
                <a:latin typeface="Arial"/>
                <a:ea typeface="Arial"/>
                <a:cs typeface="Arial"/>
              </a:defRPr>
            </a:pPr>
            <a:r>
              <a:rPr sz="3225" b="1">
                <a:solidFill>
                  <a:srgbClr val="143247"/>
                </a:solidFill>
                <a:latin typeface="Arial"/>
                <a:ea typeface="Arial"/>
                <a:cs typeface="Arial"/>
              </a:rPr>
              <a:t>Verification and project results</a:t>
            </a:r>
          </a:p>
        </p:txBody>
      </p:sp>
      <p:sp>
        <p:nvSpPr>
          <p:cNvPr id="3" name="">
            <a:extLst xmlns:a="http://schemas.openxmlformats.org/drawingml/2006/main">
              <a:ext uri="{FF2B5EF4-FFF2-40B4-BE49-F238E27FC236}">
                <a16:creationId xmlns:a16="http://schemas.microsoft.com/office/drawing/2014/main" id="{E4876CB7-A14E-488D-888D-728295F65B7B}"/>
              </a:ext>
            </a:extLst>
          </p:cNvPr>
          <p:cNvSpPr>
            <a:spLocks xmlns:a="http://schemas.openxmlformats.org/drawingml/2006/main" noGrp="1"/>
          </p:cNvSpPr>
          <p:nvPr/>
        </p:nvSpPr>
        <p:spPr>
          <a:xfrm xmlns:a="http://schemas.openxmlformats.org/drawingml/2006/main">
            <a:off x="11115675" y="6372225"/>
            <a:ext cx="4667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978"/>
                </a:solidFill>
                <a:latin typeface="Arial"/>
                <a:ea typeface="Arial"/>
                <a:cs typeface="Arial"/>
              </a:defRPr>
            </a:defPPr>
            <a:lvl1pPr>
              <a:defRPr sz="1200" b="0">
                <a:solidFill>
                  <a:srgbClr val="526978"/>
                </a:solidFill>
                <a:latin typeface="Arial"/>
                <a:ea typeface="Arial"/>
                <a:cs typeface="Arial"/>
              </a:defRPr>
            </a:lvl1pPr>
            <a:lvl2pPr>
              <a:defRPr sz="1200" b="0">
                <a:solidFill>
                  <a:srgbClr val="526978"/>
                </a:solidFill>
                <a:latin typeface="Arial"/>
                <a:ea typeface="Arial"/>
                <a:cs typeface="Arial"/>
              </a:defRPr>
            </a:lvl2pPr>
            <a:lvl3pPr>
              <a:defRPr sz="1200" b="0">
                <a:solidFill>
                  <a:srgbClr val="526978"/>
                </a:solidFill>
                <a:latin typeface="Arial"/>
                <a:ea typeface="Arial"/>
                <a:cs typeface="Arial"/>
              </a:defRPr>
            </a:lvl3pPr>
            <a:lvl4pPr>
              <a:defRPr sz="1200" b="0">
                <a:solidFill>
                  <a:srgbClr val="526978"/>
                </a:solidFill>
                <a:latin typeface="Arial"/>
                <a:ea typeface="Arial"/>
                <a:cs typeface="Arial"/>
              </a:defRPr>
            </a:lvl4pPr>
            <a:lvl5pPr>
              <a:defRPr sz="1200" b="0">
                <a:solidFill>
                  <a:srgbClr val="526978"/>
                </a:solidFill>
                <a:latin typeface="Arial"/>
                <a:ea typeface="Arial"/>
                <a:cs typeface="Arial"/>
              </a:defRPr>
            </a:lvl5pPr>
            <a:lvl6pPr>
              <a:defRPr sz="1200" b="0">
                <a:solidFill>
                  <a:srgbClr val="526978"/>
                </a:solidFill>
                <a:latin typeface="Arial"/>
                <a:ea typeface="Arial"/>
                <a:cs typeface="Arial"/>
              </a:defRPr>
            </a:lvl6pPr>
            <a:lvl7pPr>
              <a:defRPr sz="1200" b="0">
                <a:solidFill>
                  <a:srgbClr val="526978"/>
                </a:solidFill>
                <a:latin typeface="Arial"/>
                <a:ea typeface="Arial"/>
                <a:cs typeface="Arial"/>
              </a:defRPr>
            </a:lvl7pPr>
            <a:lvl8pPr>
              <a:defRPr sz="1200" b="0">
                <a:solidFill>
                  <a:srgbClr val="526978"/>
                </a:solidFill>
                <a:latin typeface="Arial"/>
                <a:ea typeface="Arial"/>
                <a:cs typeface="Arial"/>
              </a:defRPr>
            </a:lvl8pPr>
            <a:lvl9pPr>
              <a:defRPr sz="1200" b="0">
                <a:solidFill>
                  <a:srgbClr val="526978"/>
                </a:solidFill>
                <a:latin typeface="Arial"/>
                <a:ea typeface="Arial"/>
                <a:cs typeface="Arial"/>
              </a:defRPr>
            </a:lvl9pPr>
          </a:lstStyle>
          <a:p xmlns:a="http://schemas.openxmlformats.org/drawingml/2006/main">
            <a:pPr>
              <a:defRPr sz="1200" b="0">
                <a:solidFill>
                  <a:srgbClr val="526978"/>
                </a:solidFill>
                <a:latin typeface="Arial"/>
                <a:ea typeface="Arial"/>
                <a:cs typeface="Arial"/>
              </a:defRPr>
            </a:pPr>
            <a:r>
              <a:rPr sz="1200" b="0">
                <a:solidFill>
                  <a:srgbClr val="526978"/>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D1BD9074-265E-4138-BFAE-B9F6ADB40879}"/>
              </a:ext>
            </a:extLst>
          </p:cNvPr>
          <p:cNvSpPr>
            <a:spLocks xmlns:a="http://schemas.openxmlformats.org/drawingml/2006/main" noGrp="1"/>
          </p:cNvSpPr>
          <p:nvPr/>
        </p:nvSpPr>
        <p:spPr>
          <a:xfrm xmlns:a="http://schemas.openxmlformats.org/drawingml/2006/main">
            <a:off x="609600" y="2066925"/>
            <a:ext cx="3333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825" b="1">
                <a:solidFill>
                  <a:srgbClr val="087F8C"/>
                </a:solidFill>
                <a:latin typeface="Arial"/>
                <a:ea typeface="Arial"/>
                <a:cs typeface="Arial"/>
              </a:defRPr>
            </a:defPPr>
            <a:lvl1pPr>
              <a:defRPr sz="6825" b="1">
                <a:solidFill>
                  <a:srgbClr val="087F8C"/>
                </a:solidFill>
                <a:latin typeface="Arial"/>
                <a:ea typeface="Arial"/>
                <a:cs typeface="Arial"/>
              </a:defRPr>
            </a:lvl1pPr>
            <a:lvl2pPr>
              <a:defRPr sz="6825" b="1">
                <a:solidFill>
                  <a:srgbClr val="087F8C"/>
                </a:solidFill>
                <a:latin typeface="Arial"/>
                <a:ea typeface="Arial"/>
                <a:cs typeface="Arial"/>
              </a:defRPr>
            </a:lvl2pPr>
            <a:lvl3pPr>
              <a:defRPr sz="6825" b="1">
                <a:solidFill>
                  <a:srgbClr val="087F8C"/>
                </a:solidFill>
                <a:latin typeface="Arial"/>
                <a:ea typeface="Arial"/>
                <a:cs typeface="Arial"/>
              </a:defRPr>
            </a:lvl3pPr>
            <a:lvl4pPr>
              <a:defRPr sz="6825" b="1">
                <a:solidFill>
                  <a:srgbClr val="087F8C"/>
                </a:solidFill>
                <a:latin typeface="Arial"/>
                <a:ea typeface="Arial"/>
                <a:cs typeface="Arial"/>
              </a:defRPr>
            </a:lvl4pPr>
            <a:lvl5pPr>
              <a:defRPr sz="6825" b="1">
                <a:solidFill>
                  <a:srgbClr val="087F8C"/>
                </a:solidFill>
                <a:latin typeface="Arial"/>
                <a:ea typeface="Arial"/>
                <a:cs typeface="Arial"/>
              </a:defRPr>
            </a:lvl5pPr>
            <a:lvl6pPr>
              <a:defRPr sz="6825" b="1">
                <a:solidFill>
                  <a:srgbClr val="087F8C"/>
                </a:solidFill>
                <a:latin typeface="Arial"/>
                <a:ea typeface="Arial"/>
                <a:cs typeface="Arial"/>
              </a:defRPr>
            </a:lvl6pPr>
            <a:lvl7pPr>
              <a:defRPr sz="6825" b="1">
                <a:solidFill>
                  <a:srgbClr val="087F8C"/>
                </a:solidFill>
                <a:latin typeface="Arial"/>
                <a:ea typeface="Arial"/>
                <a:cs typeface="Arial"/>
              </a:defRPr>
            </a:lvl7pPr>
            <a:lvl8pPr>
              <a:defRPr sz="6825" b="1">
                <a:solidFill>
                  <a:srgbClr val="087F8C"/>
                </a:solidFill>
                <a:latin typeface="Arial"/>
                <a:ea typeface="Arial"/>
                <a:cs typeface="Arial"/>
              </a:defRPr>
            </a:lvl8pPr>
            <a:lvl9pPr>
              <a:defRPr sz="6825" b="1">
                <a:solidFill>
                  <a:srgbClr val="087F8C"/>
                </a:solidFill>
                <a:latin typeface="Arial"/>
                <a:ea typeface="Arial"/>
                <a:cs typeface="Arial"/>
              </a:defRPr>
            </a:lvl9pPr>
          </a:lstStyle>
          <a:p xmlns:a="http://schemas.openxmlformats.org/drawingml/2006/main">
            <a:pPr>
              <a:defRPr sz="6825" b="1">
                <a:solidFill>
                  <a:srgbClr val="087F8C"/>
                </a:solidFill>
                <a:latin typeface="Arial"/>
                <a:ea typeface="Arial"/>
                <a:cs typeface="Arial"/>
              </a:defRPr>
            </a:pPr>
            <a:r>
              <a:rPr sz="6825" b="1">
                <a:solidFill>
                  <a:srgbClr val="087F8C"/>
                </a:solidFill>
                <a:latin typeface="Arial"/>
                <a:ea typeface="Arial"/>
                <a:cs typeface="Arial"/>
              </a:rPr>
              <a:t>46</a:t>
            </a:r>
          </a:p>
        </p:txBody>
      </p:sp>
      <p:sp>
        <p:nvSpPr>
          <p:cNvPr id="5" name="">
            <a:extLst xmlns:a="http://schemas.openxmlformats.org/drawingml/2006/main">
              <a:ext uri="{FF2B5EF4-FFF2-40B4-BE49-F238E27FC236}">
                <a16:creationId xmlns:a16="http://schemas.microsoft.com/office/drawing/2014/main" id="{64E53479-592F-4DB9-B778-82A3250EF5BF}"/>
              </a:ext>
            </a:extLst>
          </p:cNvPr>
          <p:cNvSpPr>
            <a:spLocks xmlns:a="http://schemas.openxmlformats.org/drawingml/2006/main" noGrp="1"/>
          </p:cNvSpPr>
          <p:nvPr/>
        </p:nvSpPr>
        <p:spPr>
          <a:xfrm xmlns:a="http://schemas.openxmlformats.org/drawingml/2006/main">
            <a:off x="609600" y="3419475"/>
            <a:ext cx="333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247"/>
                </a:solidFill>
                <a:latin typeface="Arial"/>
                <a:ea typeface="Arial"/>
                <a:cs typeface="Arial"/>
              </a:defRPr>
            </a:defPPr>
            <a:lvl1pPr>
              <a:defRPr sz="2175" b="0">
                <a:solidFill>
                  <a:srgbClr val="143247"/>
                </a:solidFill>
                <a:latin typeface="Arial"/>
                <a:ea typeface="Arial"/>
                <a:cs typeface="Arial"/>
              </a:defRPr>
            </a:lvl1pPr>
            <a:lvl2pPr>
              <a:defRPr sz="2175" b="0">
                <a:solidFill>
                  <a:srgbClr val="143247"/>
                </a:solidFill>
                <a:latin typeface="Arial"/>
                <a:ea typeface="Arial"/>
                <a:cs typeface="Arial"/>
              </a:defRPr>
            </a:lvl2pPr>
            <a:lvl3pPr>
              <a:defRPr sz="2175" b="0">
                <a:solidFill>
                  <a:srgbClr val="143247"/>
                </a:solidFill>
                <a:latin typeface="Arial"/>
                <a:ea typeface="Arial"/>
                <a:cs typeface="Arial"/>
              </a:defRPr>
            </a:lvl3pPr>
            <a:lvl4pPr>
              <a:defRPr sz="2175" b="0">
                <a:solidFill>
                  <a:srgbClr val="143247"/>
                </a:solidFill>
                <a:latin typeface="Arial"/>
                <a:ea typeface="Arial"/>
                <a:cs typeface="Arial"/>
              </a:defRPr>
            </a:lvl4pPr>
            <a:lvl5pPr>
              <a:defRPr sz="2175" b="0">
                <a:solidFill>
                  <a:srgbClr val="143247"/>
                </a:solidFill>
                <a:latin typeface="Arial"/>
                <a:ea typeface="Arial"/>
                <a:cs typeface="Arial"/>
              </a:defRPr>
            </a:lvl5pPr>
            <a:lvl6pPr>
              <a:defRPr sz="2175" b="0">
                <a:solidFill>
                  <a:srgbClr val="143247"/>
                </a:solidFill>
                <a:latin typeface="Arial"/>
                <a:ea typeface="Arial"/>
                <a:cs typeface="Arial"/>
              </a:defRPr>
            </a:lvl6pPr>
            <a:lvl7pPr>
              <a:defRPr sz="2175" b="0">
                <a:solidFill>
                  <a:srgbClr val="143247"/>
                </a:solidFill>
                <a:latin typeface="Arial"/>
                <a:ea typeface="Arial"/>
                <a:cs typeface="Arial"/>
              </a:defRPr>
            </a:lvl7pPr>
            <a:lvl8pPr>
              <a:defRPr sz="2175" b="0">
                <a:solidFill>
                  <a:srgbClr val="143247"/>
                </a:solidFill>
                <a:latin typeface="Arial"/>
                <a:ea typeface="Arial"/>
                <a:cs typeface="Arial"/>
              </a:defRPr>
            </a:lvl8pPr>
            <a:lvl9pPr>
              <a:defRPr sz="2175" b="0">
                <a:solidFill>
                  <a:srgbClr val="143247"/>
                </a:solidFill>
                <a:latin typeface="Arial"/>
                <a:ea typeface="Arial"/>
                <a:cs typeface="Arial"/>
              </a:defRPr>
            </a:lvl9pPr>
          </a:lstStyle>
          <a:p xmlns:a="http://schemas.openxmlformats.org/drawingml/2006/main">
            <a:pPr>
              <a:defRPr sz="2175" b="0">
                <a:solidFill>
                  <a:srgbClr val="143247"/>
                </a:solidFill>
                <a:latin typeface="Arial"/>
                <a:ea typeface="Arial"/>
                <a:cs typeface="Arial"/>
              </a:defRPr>
            </a:pPr>
            <a:r>
              <a:rPr sz="2175" b="0">
                <a:solidFill>
                  <a:srgbClr val="143247"/>
                </a:solidFill>
                <a:latin typeface="Arial"/>
                <a:ea typeface="Arial"/>
                <a:cs typeface="Arial"/>
              </a:rPr>
              <a:t>Database</a:t>
            </a:r>
          </a:p>
        </p:txBody>
      </p:sp>
      <p:sp>
        <p:nvSpPr>
          <p:cNvPr id="6" name="">
            <a:extLst xmlns:a="http://schemas.openxmlformats.org/drawingml/2006/main">
              <a:ext uri="{FF2B5EF4-FFF2-40B4-BE49-F238E27FC236}">
                <a16:creationId xmlns:a16="http://schemas.microsoft.com/office/drawing/2014/main" id="{52D0A097-A84F-4855-83F6-675CDF47C176}"/>
              </a:ext>
            </a:extLst>
          </p:cNvPr>
          <p:cNvSpPr>
            <a:spLocks xmlns:a="http://schemas.openxmlformats.org/drawingml/2006/main" noGrp="1"/>
          </p:cNvSpPr>
          <p:nvPr/>
        </p:nvSpPr>
        <p:spPr>
          <a:xfrm xmlns:a="http://schemas.openxmlformats.org/drawingml/2006/main">
            <a:off x="4381500" y="2066925"/>
            <a:ext cx="3333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825" b="1">
                <a:solidFill>
                  <a:srgbClr val="087F8C"/>
                </a:solidFill>
                <a:latin typeface="Arial"/>
                <a:ea typeface="Arial"/>
                <a:cs typeface="Arial"/>
              </a:defRPr>
            </a:defPPr>
            <a:lvl1pPr>
              <a:defRPr sz="6825" b="1">
                <a:solidFill>
                  <a:srgbClr val="087F8C"/>
                </a:solidFill>
                <a:latin typeface="Arial"/>
                <a:ea typeface="Arial"/>
                <a:cs typeface="Arial"/>
              </a:defRPr>
            </a:lvl1pPr>
            <a:lvl2pPr>
              <a:defRPr sz="6825" b="1">
                <a:solidFill>
                  <a:srgbClr val="087F8C"/>
                </a:solidFill>
                <a:latin typeface="Arial"/>
                <a:ea typeface="Arial"/>
                <a:cs typeface="Arial"/>
              </a:defRPr>
            </a:lvl2pPr>
            <a:lvl3pPr>
              <a:defRPr sz="6825" b="1">
                <a:solidFill>
                  <a:srgbClr val="087F8C"/>
                </a:solidFill>
                <a:latin typeface="Arial"/>
                <a:ea typeface="Arial"/>
                <a:cs typeface="Arial"/>
              </a:defRPr>
            </a:lvl3pPr>
            <a:lvl4pPr>
              <a:defRPr sz="6825" b="1">
                <a:solidFill>
                  <a:srgbClr val="087F8C"/>
                </a:solidFill>
                <a:latin typeface="Arial"/>
                <a:ea typeface="Arial"/>
                <a:cs typeface="Arial"/>
              </a:defRPr>
            </a:lvl4pPr>
            <a:lvl5pPr>
              <a:defRPr sz="6825" b="1">
                <a:solidFill>
                  <a:srgbClr val="087F8C"/>
                </a:solidFill>
                <a:latin typeface="Arial"/>
                <a:ea typeface="Arial"/>
                <a:cs typeface="Arial"/>
              </a:defRPr>
            </a:lvl5pPr>
            <a:lvl6pPr>
              <a:defRPr sz="6825" b="1">
                <a:solidFill>
                  <a:srgbClr val="087F8C"/>
                </a:solidFill>
                <a:latin typeface="Arial"/>
                <a:ea typeface="Arial"/>
                <a:cs typeface="Arial"/>
              </a:defRPr>
            </a:lvl6pPr>
            <a:lvl7pPr>
              <a:defRPr sz="6825" b="1">
                <a:solidFill>
                  <a:srgbClr val="087F8C"/>
                </a:solidFill>
                <a:latin typeface="Arial"/>
                <a:ea typeface="Arial"/>
                <a:cs typeface="Arial"/>
              </a:defRPr>
            </a:lvl7pPr>
            <a:lvl8pPr>
              <a:defRPr sz="6825" b="1">
                <a:solidFill>
                  <a:srgbClr val="087F8C"/>
                </a:solidFill>
                <a:latin typeface="Arial"/>
                <a:ea typeface="Arial"/>
                <a:cs typeface="Arial"/>
              </a:defRPr>
            </a:lvl8pPr>
            <a:lvl9pPr>
              <a:defRPr sz="6825" b="1">
                <a:solidFill>
                  <a:srgbClr val="087F8C"/>
                </a:solidFill>
                <a:latin typeface="Arial"/>
                <a:ea typeface="Arial"/>
                <a:cs typeface="Arial"/>
              </a:defRPr>
            </a:lvl9pPr>
          </a:lstStyle>
          <a:p xmlns:a="http://schemas.openxmlformats.org/drawingml/2006/main">
            <a:pPr>
              <a:defRPr sz="6825" b="1">
                <a:solidFill>
                  <a:srgbClr val="087F8C"/>
                </a:solidFill>
                <a:latin typeface="Arial"/>
                <a:ea typeface="Arial"/>
                <a:cs typeface="Arial"/>
              </a:defRPr>
            </a:pPr>
            <a:r>
              <a:rPr sz="6825" b="1">
                <a:solidFill>
                  <a:srgbClr val="087F8C"/>
                </a:solidFill>
                <a:latin typeface="Arial"/>
                <a:ea typeface="Arial"/>
                <a:cs typeface="Arial"/>
              </a:rPr>
              <a:t>3</a:t>
            </a:r>
          </a:p>
        </p:txBody>
      </p:sp>
      <p:sp>
        <p:nvSpPr>
          <p:cNvPr id="7" name="">
            <a:extLst xmlns:a="http://schemas.openxmlformats.org/drawingml/2006/main">
              <a:ext uri="{FF2B5EF4-FFF2-40B4-BE49-F238E27FC236}">
                <a16:creationId xmlns:a16="http://schemas.microsoft.com/office/drawing/2014/main" id="{CD29FDE8-2D20-48B9-83F8-4CF08ACA4F7B}"/>
              </a:ext>
            </a:extLst>
          </p:cNvPr>
          <p:cNvSpPr>
            <a:spLocks xmlns:a="http://schemas.openxmlformats.org/drawingml/2006/main" noGrp="1"/>
          </p:cNvSpPr>
          <p:nvPr/>
        </p:nvSpPr>
        <p:spPr>
          <a:xfrm xmlns:a="http://schemas.openxmlformats.org/drawingml/2006/main">
            <a:off x="4381500" y="3419475"/>
            <a:ext cx="333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247"/>
                </a:solidFill>
                <a:latin typeface="Arial"/>
                <a:ea typeface="Arial"/>
                <a:cs typeface="Arial"/>
              </a:defRPr>
            </a:defPPr>
            <a:lvl1pPr>
              <a:defRPr sz="2175" b="0">
                <a:solidFill>
                  <a:srgbClr val="143247"/>
                </a:solidFill>
                <a:latin typeface="Arial"/>
                <a:ea typeface="Arial"/>
                <a:cs typeface="Arial"/>
              </a:defRPr>
            </a:lvl1pPr>
            <a:lvl2pPr>
              <a:defRPr sz="2175" b="0">
                <a:solidFill>
                  <a:srgbClr val="143247"/>
                </a:solidFill>
                <a:latin typeface="Arial"/>
                <a:ea typeface="Arial"/>
                <a:cs typeface="Arial"/>
              </a:defRPr>
            </a:lvl2pPr>
            <a:lvl3pPr>
              <a:defRPr sz="2175" b="0">
                <a:solidFill>
                  <a:srgbClr val="143247"/>
                </a:solidFill>
                <a:latin typeface="Arial"/>
                <a:ea typeface="Arial"/>
                <a:cs typeface="Arial"/>
              </a:defRPr>
            </a:lvl3pPr>
            <a:lvl4pPr>
              <a:defRPr sz="2175" b="0">
                <a:solidFill>
                  <a:srgbClr val="143247"/>
                </a:solidFill>
                <a:latin typeface="Arial"/>
                <a:ea typeface="Arial"/>
                <a:cs typeface="Arial"/>
              </a:defRPr>
            </a:lvl4pPr>
            <a:lvl5pPr>
              <a:defRPr sz="2175" b="0">
                <a:solidFill>
                  <a:srgbClr val="143247"/>
                </a:solidFill>
                <a:latin typeface="Arial"/>
                <a:ea typeface="Arial"/>
                <a:cs typeface="Arial"/>
              </a:defRPr>
            </a:lvl5pPr>
            <a:lvl6pPr>
              <a:defRPr sz="2175" b="0">
                <a:solidFill>
                  <a:srgbClr val="143247"/>
                </a:solidFill>
                <a:latin typeface="Arial"/>
                <a:ea typeface="Arial"/>
                <a:cs typeface="Arial"/>
              </a:defRPr>
            </a:lvl6pPr>
            <a:lvl7pPr>
              <a:defRPr sz="2175" b="0">
                <a:solidFill>
                  <a:srgbClr val="143247"/>
                </a:solidFill>
                <a:latin typeface="Arial"/>
                <a:ea typeface="Arial"/>
                <a:cs typeface="Arial"/>
              </a:defRPr>
            </a:lvl7pPr>
            <a:lvl8pPr>
              <a:defRPr sz="2175" b="0">
                <a:solidFill>
                  <a:srgbClr val="143247"/>
                </a:solidFill>
                <a:latin typeface="Arial"/>
                <a:ea typeface="Arial"/>
                <a:cs typeface="Arial"/>
              </a:defRPr>
            </a:lvl8pPr>
            <a:lvl9pPr>
              <a:defRPr sz="2175" b="0">
                <a:solidFill>
                  <a:srgbClr val="143247"/>
                </a:solidFill>
                <a:latin typeface="Arial"/>
                <a:ea typeface="Arial"/>
                <a:cs typeface="Arial"/>
              </a:defRPr>
            </a:lvl9pPr>
          </a:lstStyle>
          <a:p xmlns:a="http://schemas.openxmlformats.org/drawingml/2006/main">
            <a:pPr>
              <a:defRPr sz="2175" b="0">
                <a:solidFill>
                  <a:srgbClr val="143247"/>
                </a:solidFill>
                <a:latin typeface="Arial"/>
                <a:ea typeface="Arial"/>
                <a:cs typeface="Arial"/>
              </a:defRPr>
            </a:pPr>
            <a:r>
              <a:rPr sz="2175" b="0">
                <a:solidFill>
                  <a:srgbClr val="143247"/>
                </a:solidFill>
                <a:latin typeface="Arial"/>
                <a:ea typeface="Arial"/>
                <a:cs typeface="Arial"/>
              </a:rPr>
              <a:t>Password / session</a:t>
            </a:r>
          </a:p>
        </p:txBody>
      </p:sp>
      <p:sp>
        <p:nvSpPr>
          <p:cNvPr id="8" name="">
            <a:extLst xmlns:a="http://schemas.openxmlformats.org/drawingml/2006/main">
              <a:ext uri="{FF2B5EF4-FFF2-40B4-BE49-F238E27FC236}">
                <a16:creationId xmlns:a16="http://schemas.microsoft.com/office/drawing/2014/main" id="{F1ACF1FA-9F6F-4F42-BADA-BD8E600FA26F}"/>
              </a:ext>
            </a:extLst>
          </p:cNvPr>
          <p:cNvSpPr>
            <a:spLocks xmlns:a="http://schemas.openxmlformats.org/drawingml/2006/main" noGrp="1"/>
          </p:cNvSpPr>
          <p:nvPr/>
        </p:nvSpPr>
        <p:spPr>
          <a:xfrm xmlns:a="http://schemas.openxmlformats.org/drawingml/2006/main">
            <a:off x="8153400" y="2066925"/>
            <a:ext cx="3333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825" b="1">
                <a:solidFill>
                  <a:srgbClr val="087F8C"/>
                </a:solidFill>
                <a:latin typeface="Arial"/>
                <a:ea typeface="Arial"/>
                <a:cs typeface="Arial"/>
              </a:defRPr>
            </a:defPPr>
            <a:lvl1pPr>
              <a:defRPr sz="6825" b="1">
                <a:solidFill>
                  <a:srgbClr val="087F8C"/>
                </a:solidFill>
                <a:latin typeface="Arial"/>
                <a:ea typeface="Arial"/>
                <a:cs typeface="Arial"/>
              </a:defRPr>
            </a:lvl1pPr>
            <a:lvl2pPr>
              <a:defRPr sz="6825" b="1">
                <a:solidFill>
                  <a:srgbClr val="087F8C"/>
                </a:solidFill>
                <a:latin typeface="Arial"/>
                <a:ea typeface="Arial"/>
                <a:cs typeface="Arial"/>
              </a:defRPr>
            </a:lvl2pPr>
            <a:lvl3pPr>
              <a:defRPr sz="6825" b="1">
                <a:solidFill>
                  <a:srgbClr val="087F8C"/>
                </a:solidFill>
                <a:latin typeface="Arial"/>
                <a:ea typeface="Arial"/>
                <a:cs typeface="Arial"/>
              </a:defRPr>
            </a:lvl3pPr>
            <a:lvl4pPr>
              <a:defRPr sz="6825" b="1">
                <a:solidFill>
                  <a:srgbClr val="087F8C"/>
                </a:solidFill>
                <a:latin typeface="Arial"/>
                <a:ea typeface="Arial"/>
                <a:cs typeface="Arial"/>
              </a:defRPr>
            </a:lvl4pPr>
            <a:lvl5pPr>
              <a:defRPr sz="6825" b="1">
                <a:solidFill>
                  <a:srgbClr val="087F8C"/>
                </a:solidFill>
                <a:latin typeface="Arial"/>
                <a:ea typeface="Arial"/>
                <a:cs typeface="Arial"/>
              </a:defRPr>
            </a:lvl5pPr>
            <a:lvl6pPr>
              <a:defRPr sz="6825" b="1">
                <a:solidFill>
                  <a:srgbClr val="087F8C"/>
                </a:solidFill>
                <a:latin typeface="Arial"/>
                <a:ea typeface="Arial"/>
                <a:cs typeface="Arial"/>
              </a:defRPr>
            </a:lvl6pPr>
            <a:lvl7pPr>
              <a:defRPr sz="6825" b="1">
                <a:solidFill>
                  <a:srgbClr val="087F8C"/>
                </a:solidFill>
                <a:latin typeface="Arial"/>
                <a:ea typeface="Arial"/>
                <a:cs typeface="Arial"/>
              </a:defRPr>
            </a:lvl7pPr>
            <a:lvl8pPr>
              <a:defRPr sz="6825" b="1">
                <a:solidFill>
                  <a:srgbClr val="087F8C"/>
                </a:solidFill>
                <a:latin typeface="Arial"/>
                <a:ea typeface="Arial"/>
                <a:cs typeface="Arial"/>
              </a:defRPr>
            </a:lvl8pPr>
            <a:lvl9pPr>
              <a:defRPr sz="6825" b="1">
                <a:solidFill>
                  <a:srgbClr val="087F8C"/>
                </a:solidFill>
                <a:latin typeface="Arial"/>
                <a:ea typeface="Arial"/>
                <a:cs typeface="Arial"/>
              </a:defRPr>
            </a:lvl9pPr>
          </a:lstStyle>
          <a:p xmlns:a="http://schemas.openxmlformats.org/drawingml/2006/main">
            <a:pPr>
              <a:defRPr sz="6825" b="1">
                <a:solidFill>
                  <a:srgbClr val="087F8C"/>
                </a:solidFill>
                <a:latin typeface="Arial"/>
                <a:ea typeface="Arial"/>
                <a:cs typeface="Arial"/>
              </a:defRPr>
            </a:pPr>
            <a:r>
              <a:rPr sz="6825" b="1">
                <a:solidFill>
                  <a:srgbClr val="087F8C"/>
                </a:solidFill>
                <a:latin typeface="Arial"/>
                <a:ea typeface="Arial"/>
                <a:cs typeface="Arial"/>
              </a:rPr>
              <a:t>40</a:t>
            </a:r>
          </a:p>
        </p:txBody>
      </p:sp>
      <p:sp>
        <p:nvSpPr>
          <p:cNvPr id="9" name="">
            <a:extLst xmlns:a="http://schemas.openxmlformats.org/drawingml/2006/main">
              <a:ext uri="{FF2B5EF4-FFF2-40B4-BE49-F238E27FC236}">
                <a16:creationId xmlns:a16="http://schemas.microsoft.com/office/drawing/2014/main" id="{0792A446-7F4D-42BC-9512-E88180A73C2D}"/>
              </a:ext>
            </a:extLst>
          </p:cNvPr>
          <p:cNvSpPr>
            <a:spLocks xmlns:a="http://schemas.openxmlformats.org/drawingml/2006/main" noGrp="1"/>
          </p:cNvSpPr>
          <p:nvPr/>
        </p:nvSpPr>
        <p:spPr>
          <a:xfrm xmlns:a="http://schemas.openxmlformats.org/drawingml/2006/main">
            <a:off x="8153400" y="3419475"/>
            <a:ext cx="333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43247"/>
                </a:solidFill>
                <a:latin typeface="Arial"/>
                <a:ea typeface="Arial"/>
                <a:cs typeface="Arial"/>
              </a:defRPr>
            </a:defPPr>
            <a:lvl1pPr>
              <a:defRPr sz="2175" b="0">
                <a:solidFill>
                  <a:srgbClr val="143247"/>
                </a:solidFill>
                <a:latin typeface="Arial"/>
                <a:ea typeface="Arial"/>
                <a:cs typeface="Arial"/>
              </a:defRPr>
            </a:lvl1pPr>
            <a:lvl2pPr>
              <a:defRPr sz="2175" b="0">
                <a:solidFill>
                  <a:srgbClr val="143247"/>
                </a:solidFill>
                <a:latin typeface="Arial"/>
                <a:ea typeface="Arial"/>
                <a:cs typeface="Arial"/>
              </a:defRPr>
            </a:lvl2pPr>
            <a:lvl3pPr>
              <a:defRPr sz="2175" b="0">
                <a:solidFill>
                  <a:srgbClr val="143247"/>
                </a:solidFill>
                <a:latin typeface="Arial"/>
                <a:ea typeface="Arial"/>
                <a:cs typeface="Arial"/>
              </a:defRPr>
            </a:lvl3pPr>
            <a:lvl4pPr>
              <a:defRPr sz="2175" b="0">
                <a:solidFill>
                  <a:srgbClr val="143247"/>
                </a:solidFill>
                <a:latin typeface="Arial"/>
                <a:ea typeface="Arial"/>
                <a:cs typeface="Arial"/>
              </a:defRPr>
            </a:lvl4pPr>
            <a:lvl5pPr>
              <a:defRPr sz="2175" b="0">
                <a:solidFill>
                  <a:srgbClr val="143247"/>
                </a:solidFill>
                <a:latin typeface="Arial"/>
                <a:ea typeface="Arial"/>
                <a:cs typeface="Arial"/>
              </a:defRPr>
            </a:lvl5pPr>
            <a:lvl6pPr>
              <a:defRPr sz="2175" b="0">
                <a:solidFill>
                  <a:srgbClr val="143247"/>
                </a:solidFill>
                <a:latin typeface="Arial"/>
                <a:ea typeface="Arial"/>
                <a:cs typeface="Arial"/>
              </a:defRPr>
            </a:lvl6pPr>
            <a:lvl7pPr>
              <a:defRPr sz="2175" b="0">
                <a:solidFill>
                  <a:srgbClr val="143247"/>
                </a:solidFill>
                <a:latin typeface="Arial"/>
                <a:ea typeface="Arial"/>
                <a:cs typeface="Arial"/>
              </a:defRPr>
            </a:lvl7pPr>
            <a:lvl8pPr>
              <a:defRPr sz="2175" b="0">
                <a:solidFill>
                  <a:srgbClr val="143247"/>
                </a:solidFill>
                <a:latin typeface="Arial"/>
                <a:ea typeface="Arial"/>
                <a:cs typeface="Arial"/>
              </a:defRPr>
            </a:lvl8pPr>
            <a:lvl9pPr>
              <a:defRPr sz="2175" b="0">
                <a:solidFill>
                  <a:srgbClr val="143247"/>
                </a:solidFill>
                <a:latin typeface="Arial"/>
                <a:ea typeface="Arial"/>
                <a:cs typeface="Arial"/>
              </a:defRPr>
            </a:lvl9pPr>
          </a:lstStyle>
          <a:p xmlns:a="http://schemas.openxmlformats.org/drawingml/2006/main">
            <a:pPr>
              <a:defRPr sz="2175" b="0">
                <a:solidFill>
                  <a:srgbClr val="143247"/>
                </a:solidFill>
                <a:latin typeface="Arial"/>
                <a:ea typeface="Arial"/>
                <a:cs typeface="Arial"/>
              </a:defRPr>
            </a:pPr>
            <a:r>
              <a:rPr sz="2175" b="0">
                <a:solidFill>
                  <a:srgbClr val="143247"/>
                </a:solidFill>
                <a:latin typeface="Arial"/>
                <a:ea typeface="Arial"/>
                <a:cs typeface="Arial"/>
              </a:rPr>
              <a:t>JavaFX</a:t>
            </a:r>
          </a:p>
        </p:txBody>
      </p:sp>
      <p:sp>
        <p:nvSpPr>
          <p:cNvPr id="10" name="">
            <a:extLst xmlns:a="http://schemas.openxmlformats.org/drawingml/2006/main">
              <a:ext uri="{FF2B5EF4-FFF2-40B4-BE49-F238E27FC236}">
                <a16:creationId xmlns:a16="http://schemas.microsoft.com/office/drawing/2014/main" id="{C198ACAE-89C9-4B10-9E93-809742B72299}"/>
              </a:ext>
            </a:extLst>
          </p:cNvPr>
          <p:cNvSpPr>
            <a:spLocks xmlns:a="http://schemas.openxmlformats.org/drawingml/2006/main" noGrp="1"/>
          </p:cNvSpPr>
          <p:nvPr/>
        </p:nvSpPr>
        <p:spPr>
          <a:xfrm xmlns:a="http://schemas.openxmlformats.org/drawingml/2006/main">
            <a:off x="609600" y="4391025"/>
            <a:ext cx="10972800" cy="28575"/>
          </a:xfrm>
          <a:prstGeom xmlns:a="http://schemas.openxmlformats.org/drawingml/2006/main" prst="rect">
            <a:avLst/>
          </a:prstGeom>
          <a:solidFill xmlns:a="http://schemas.openxmlformats.org/drawingml/2006/main">
            <a:srgbClr val="C8DCE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F45647D-0BB2-47C1-BEF2-41B12857E443}"/>
              </a:ext>
            </a:extLst>
          </p:cNvPr>
          <p:cNvSpPr>
            <a:spLocks xmlns:a="http://schemas.openxmlformats.org/drawingml/2006/main" noGrp="1"/>
          </p:cNvSpPr>
          <p:nvPr/>
        </p:nvSpPr>
        <p:spPr>
          <a:xfrm xmlns:a="http://schemas.openxmlformats.org/drawingml/2006/main">
            <a:off x="609600" y="477202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43247"/>
                </a:solidFill>
                <a:latin typeface="Arial"/>
                <a:ea typeface="Arial"/>
                <a:cs typeface="Arial"/>
              </a:defRPr>
            </a:defPPr>
            <a:lvl1pPr>
              <a:defRPr sz="3000" b="1">
                <a:solidFill>
                  <a:srgbClr val="143247"/>
                </a:solidFill>
                <a:latin typeface="Arial"/>
                <a:ea typeface="Arial"/>
                <a:cs typeface="Arial"/>
              </a:defRPr>
            </a:lvl1pPr>
            <a:lvl2pPr>
              <a:defRPr sz="3000" b="1">
                <a:solidFill>
                  <a:srgbClr val="143247"/>
                </a:solidFill>
                <a:latin typeface="Arial"/>
                <a:ea typeface="Arial"/>
                <a:cs typeface="Arial"/>
              </a:defRPr>
            </a:lvl2pPr>
            <a:lvl3pPr>
              <a:defRPr sz="3000" b="1">
                <a:solidFill>
                  <a:srgbClr val="143247"/>
                </a:solidFill>
                <a:latin typeface="Arial"/>
                <a:ea typeface="Arial"/>
                <a:cs typeface="Arial"/>
              </a:defRPr>
            </a:lvl3pPr>
            <a:lvl4pPr>
              <a:defRPr sz="3000" b="1">
                <a:solidFill>
                  <a:srgbClr val="143247"/>
                </a:solidFill>
                <a:latin typeface="Arial"/>
                <a:ea typeface="Arial"/>
                <a:cs typeface="Arial"/>
              </a:defRPr>
            </a:lvl4pPr>
            <a:lvl5pPr>
              <a:defRPr sz="3000" b="1">
                <a:solidFill>
                  <a:srgbClr val="143247"/>
                </a:solidFill>
                <a:latin typeface="Arial"/>
                <a:ea typeface="Arial"/>
                <a:cs typeface="Arial"/>
              </a:defRPr>
            </a:lvl5pPr>
            <a:lvl6pPr>
              <a:defRPr sz="3000" b="1">
                <a:solidFill>
                  <a:srgbClr val="143247"/>
                </a:solidFill>
                <a:latin typeface="Arial"/>
                <a:ea typeface="Arial"/>
                <a:cs typeface="Arial"/>
              </a:defRPr>
            </a:lvl6pPr>
            <a:lvl7pPr>
              <a:defRPr sz="3000" b="1">
                <a:solidFill>
                  <a:srgbClr val="143247"/>
                </a:solidFill>
                <a:latin typeface="Arial"/>
                <a:ea typeface="Arial"/>
                <a:cs typeface="Arial"/>
              </a:defRPr>
            </a:lvl7pPr>
            <a:lvl8pPr>
              <a:defRPr sz="3000" b="1">
                <a:solidFill>
                  <a:srgbClr val="143247"/>
                </a:solidFill>
                <a:latin typeface="Arial"/>
                <a:ea typeface="Arial"/>
                <a:cs typeface="Arial"/>
              </a:defRPr>
            </a:lvl8pPr>
            <a:lvl9pPr>
              <a:defRPr sz="3000" b="1">
                <a:solidFill>
                  <a:srgbClr val="143247"/>
                </a:solidFill>
                <a:latin typeface="Arial"/>
                <a:ea typeface="Arial"/>
                <a:cs typeface="Arial"/>
              </a:defRPr>
            </a:lvl9pPr>
          </a:lstStyle>
          <a:p xmlns:a="http://schemas.openxmlformats.org/drawingml/2006/main">
            <a:pPr>
              <a:defRPr sz="3000" b="1">
                <a:solidFill>
                  <a:srgbClr val="143247"/>
                </a:solidFill>
                <a:latin typeface="Arial"/>
                <a:ea typeface="Arial"/>
                <a:cs typeface="Arial"/>
              </a:defRPr>
            </a:pPr>
            <a:r>
              <a:rPr sz="3000" b="1">
                <a:solidFill>
                  <a:srgbClr val="143247"/>
                </a:solidFill>
                <a:latin typeface="Arial"/>
                <a:ea typeface="Arial"/>
                <a:cs typeface="Arial"/>
              </a:rPr>
              <a:t>89 recorded checks passed</a:t>
            </a:r>
          </a:p>
        </p:txBody>
      </p:sp>
      <p:sp>
        <p:nvSpPr>
          <p:cNvPr id="12" name="">
            <a:extLst xmlns:a="http://schemas.openxmlformats.org/drawingml/2006/main">
              <a:ext uri="{FF2B5EF4-FFF2-40B4-BE49-F238E27FC236}">
                <a16:creationId xmlns:a16="http://schemas.microsoft.com/office/drawing/2014/main" id="{5B9299A6-D0DF-4C3B-B640-46786110154C}"/>
              </a:ext>
            </a:extLst>
          </p:cNvPr>
          <p:cNvSpPr>
            <a:spLocks xmlns:a="http://schemas.openxmlformats.org/drawingml/2006/main" noGrp="1"/>
          </p:cNvSpPr>
          <p:nvPr/>
        </p:nvSpPr>
        <p:spPr>
          <a:xfrm xmlns:a="http://schemas.openxmlformats.org/drawingml/2006/main">
            <a:off x="609600" y="56007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26978"/>
                </a:solidFill>
                <a:latin typeface="Arial"/>
                <a:ea typeface="Arial"/>
                <a:cs typeface="Arial"/>
              </a:defRPr>
            </a:defPPr>
            <a:lvl1pPr>
              <a:defRPr sz="2100" b="0">
                <a:solidFill>
                  <a:srgbClr val="526978"/>
                </a:solidFill>
                <a:latin typeface="Arial"/>
                <a:ea typeface="Arial"/>
                <a:cs typeface="Arial"/>
              </a:defRPr>
            </a:lvl1pPr>
            <a:lvl2pPr>
              <a:defRPr sz="2100" b="0">
                <a:solidFill>
                  <a:srgbClr val="526978"/>
                </a:solidFill>
                <a:latin typeface="Arial"/>
                <a:ea typeface="Arial"/>
                <a:cs typeface="Arial"/>
              </a:defRPr>
            </a:lvl2pPr>
            <a:lvl3pPr>
              <a:defRPr sz="2100" b="0">
                <a:solidFill>
                  <a:srgbClr val="526978"/>
                </a:solidFill>
                <a:latin typeface="Arial"/>
                <a:ea typeface="Arial"/>
                <a:cs typeface="Arial"/>
              </a:defRPr>
            </a:lvl3pPr>
            <a:lvl4pPr>
              <a:defRPr sz="2100" b="0">
                <a:solidFill>
                  <a:srgbClr val="526978"/>
                </a:solidFill>
                <a:latin typeface="Arial"/>
                <a:ea typeface="Arial"/>
                <a:cs typeface="Arial"/>
              </a:defRPr>
            </a:lvl4pPr>
            <a:lvl5pPr>
              <a:defRPr sz="2100" b="0">
                <a:solidFill>
                  <a:srgbClr val="526978"/>
                </a:solidFill>
                <a:latin typeface="Arial"/>
                <a:ea typeface="Arial"/>
                <a:cs typeface="Arial"/>
              </a:defRPr>
            </a:lvl5pPr>
            <a:lvl6pPr>
              <a:defRPr sz="2100" b="0">
                <a:solidFill>
                  <a:srgbClr val="526978"/>
                </a:solidFill>
                <a:latin typeface="Arial"/>
                <a:ea typeface="Arial"/>
                <a:cs typeface="Arial"/>
              </a:defRPr>
            </a:lvl6pPr>
            <a:lvl7pPr>
              <a:defRPr sz="2100" b="0">
                <a:solidFill>
                  <a:srgbClr val="526978"/>
                </a:solidFill>
                <a:latin typeface="Arial"/>
                <a:ea typeface="Arial"/>
                <a:cs typeface="Arial"/>
              </a:defRPr>
            </a:lvl7pPr>
            <a:lvl8pPr>
              <a:defRPr sz="2100" b="0">
                <a:solidFill>
                  <a:srgbClr val="526978"/>
                </a:solidFill>
                <a:latin typeface="Arial"/>
                <a:ea typeface="Arial"/>
                <a:cs typeface="Arial"/>
              </a:defRPr>
            </a:lvl8pPr>
            <a:lvl9pPr>
              <a:defRPr sz="2100" b="0">
                <a:solidFill>
                  <a:srgbClr val="526978"/>
                </a:solidFill>
                <a:latin typeface="Arial"/>
                <a:ea typeface="Arial"/>
                <a:cs typeface="Arial"/>
              </a:defRPr>
            </a:lvl9pPr>
          </a:lstStyle>
          <a:p xmlns:a="http://schemas.openxmlformats.org/drawingml/2006/main">
            <a:pPr>
              <a:defRPr sz="2100" b="0">
                <a:solidFill>
                  <a:srgbClr val="526978"/>
                </a:solidFill>
                <a:latin typeface="Arial"/>
                <a:ea typeface="Arial"/>
                <a:cs typeface="Arial"/>
              </a:defRPr>
            </a:pPr>
            <a:r>
              <a:rPr sz="2100" b="0">
                <a:solidFill>
                  <a:srgbClr val="526978"/>
                </a:solidFill>
                <a:latin typeface="Arial"/>
                <a:ea typeface="Arial"/>
                <a:cs typeface="Arial"/>
              </a:rPr>
              <a:t>Zero failures, errors or skips in the final v2.0.0 run</a:t>
            </a:r>
          </a:p>
        </p:txBody>
      </p:sp>
    </p:spTree>
    <p:extLst>
      <p:ext uri="{BB962C8B-B14F-4D97-AF65-F5344CB8AC3E}">
        <p14:creationId xmlns:p14="http://schemas.microsoft.com/office/powerpoint/2010/main" val="179476322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13A6DE4-5CD0-43A4-9180-9BBBCC50D115}"/>
              </a:ext>
            </a:extLst>
          </p:cNvPr>
          <p:cNvSpPr>
            <a:spLocks xmlns:a="http://schemas.openxmlformats.org/drawingml/2006/main" noGrp="1"/>
          </p:cNvSpPr>
          <p:nvPr/>
        </p:nvSpPr>
        <p:spPr>
          <a:xfrm xmlns:a="http://schemas.openxmlformats.org/drawingml/2006/main">
            <a:off x="609600" y="457200"/>
            <a:ext cx="523875" cy="28575"/>
          </a:xfrm>
          <a:prstGeom xmlns:a="http://schemas.openxmlformats.org/drawingml/2006/main" prst="rect">
            <a:avLst/>
          </a:prstGeom>
          <a:solidFill xmlns:a="http://schemas.openxmlformats.org/drawingml/2006/main">
            <a:srgbClr val="087F8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A56F59-451D-4AD0-A353-6EB67B6C08C1}"/>
              </a:ext>
            </a:extLst>
          </p:cNvPr>
          <p:cNvSpPr>
            <a:spLocks xmlns:a="http://schemas.openxmlformats.org/drawingml/2006/main" noGrp="1"/>
          </p:cNvSpPr>
          <p:nvPr/>
        </p:nvSpPr>
        <p:spPr>
          <a:xfrm xmlns:a="http://schemas.openxmlformats.org/drawingml/2006/main">
            <a:off x="609600" y="7905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43247"/>
                </a:solidFill>
                <a:latin typeface="Arial"/>
                <a:ea typeface="Arial"/>
                <a:cs typeface="Arial"/>
              </a:defRPr>
            </a:defPPr>
            <a:lvl1pPr>
              <a:defRPr sz="3225" b="1">
                <a:solidFill>
                  <a:srgbClr val="143247"/>
                </a:solidFill>
                <a:latin typeface="Arial"/>
                <a:ea typeface="Arial"/>
                <a:cs typeface="Arial"/>
              </a:defRPr>
            </a:lvl1pPr>
            <a:lvl2pPr>
              <a:defRPr sz="3225" b="1">
                <a:solidFill>
                  <a:srgbClr val="143247"/>
                </a:solidFill>
                <a:latin typeface="Arial"/>
                <a:ea typeface="Arial"/>
                <a:cs typeface="Arial"/>
              </a:defRPr>
            </a:lvl2pPr>
            <a:lvl3pPr>
              <a:defRPr sz="3225" b="1">
                <a:solidFill>
                  <a:srgbClr val="143247"/>
                </a:solidFill>
                <a:latin typeface="Arial"/>
                <a:ea typeface="Arial"/>
                <a:cs typeface="Arial"/>
              </a:defRPr>
            </a:lvl3pPr>
            <a:lvl4pPr>
              <a:defRPr sz="3225" b="1">
                <a:solidFill>
                  <a:srgbClr val="143247"/>
                </a:solidFill>
                <a:latin typeface="Arial"/>
                <a:ea typeface="Arial"/>
                <a:cs typeface="Arial"/>
              </a:defRPr>
            </a:lvl4pPr>
            <a:lvl5pPr>
              <a:defRPr sz="3225" b="1">
                <a:solidFill>
                  <a:srgbClr val="143247"/>
                </a:solidFill>
                <a:latin typeface="Arial"/>
                <a:ea typeface="Arial"/>
                <a:cs typeface="Arial"/>
              </a:defRPr>
            </a:lvl5pPr>
            <a:lvl6pPr>
              <a:defRPr sz="3225" b="1">
                <a:solidFill>
                  <a:srgbClr val="143247"/>
                </a:solidFill>
                <a:latin typeface="Arial"/>
                <a:ea typeface="Arial"/>
                <a:cs typeface="Arial"/>
              </a:defRPr>
            </a:lvl6pPr>
            <a:lvl7pPr>
              <a:defRPr sz="3225" b="1">
                <a:solidFill>
                  <a:srgbClr val="143247"/>
                </a:solidFill>
                <a:latin typeface="Arial"/>
                <a:ea typeface="Arial"/>
                <a:cs typeface="Arial"/>
              </a:defRPr>
            </a:lvl7pPr>
            <a:lvl8pPr>
              <a:defRPr sz="3225" b="1">
                <a:solidFill>
                  <a:srgbClr val="143247"/>
                </a:solidFill>
                <a:latin typeface="Arial"/>
                <a:ea typeface="Arial"/>
                <a:cs typeface="Arial"/>
              </a:defRPr>
            </a:lvl8pPr>
            <a:lvl9pPr>
              <a:defRPr sz="3225" b="1">
                <a:solidFill>
                  <a:srgbClr val="143247"/>
                </a:solidFill>
                <a:latin typeface="Arial"/>
                <a:ea typeface="Arial"/>
                <a:cs typeface="Arial"/>
              </a:defRPr>
            </a:lvl9pPr>
          </a:lstStyle>
          <a:p xmlns:a="http://schemas.openxmlformats.org/drawingml/2006/main">
            <a:pPr>
              <a:defRPr sz="3225" b="1">
                <a:solidFill>
                  <a:srgbClr val="143247"/>
                </a:solidFill>
                <a:latin typeface="Arial"/>
                <a:ea typeface="Arial"/>
                <a:cs typeface="Arial"/>
              </a:defRPr>
            </a:pPr>
            <a:r>
              <a:rPr sz="3225" b="1">
                <a:solidFill>
                  <a:srgbClr val="143247"/>
                </a:solidFill>
                <a:latin typeface="Arial"/>
                <a:ea typeface="Arial"/>
                <a:cs typeface="Arial"/>
              </a:rPr>
              <a:t>Conclusion and future scope</a:t>
            </a:r>
          </a:p>
        </p:txBody>
      </p:sp>
      <p:sp>
        <p:nvSpPr>
          <p:cNvPr id="3" name="">
            <a:extLst xmlns:a="http://schemas.openxmlformats.org/drawingml/2006/main">
              <a:ext uri="{FF2B5EF4-FFF2-40B4-BE49-F238E27FC236}">
                <a16:creationId xmlns:a16="http://schemas.microsoft.com/office/drawing/2014/main" id="{CD82DC18-FBE4-43E2-914C-6513D0778CEC}"/>
              </a:ext>
            </a:extLst>
          </p:cNvPr>
          <p:cNvSpPr>
            <a:spLocks xmlns:a="http://schemas.openxmlformats.org/drawingml/2006/main" noGrp="1"/>
          </p:cNvSpPr>
          <p:nvPr/>
        </p:nvSpPr>
        <p:spPr>
          <a:xfrm xmlns:a="http://schemas.openxmlformats.org/drawingml/2006/main">
            <a:off x="11115675" y="6372225"/>
            <a:ext cx="4667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26978"/>
                </a:solidFill>
                <a:latin typeface="Arial"/>
                <a:ea typeface="Arial"/>
                <a:cs typeface="Arial"/>
              </a:defRPr>
            </a:defPPr>
            <a:lvl1pPr>
              <a:defRPr sz="1200" b="0">
                <a:solidFill>
                  <a:srgbClr val="526978"/>
                </a:solidFill>
                <a:latin typeface="Arial"/>
                <a:ea typeface="Arial"/>
                <a:cs typeface="Arial"/>
              </a:defRPr>
            </a:lvl1pPr>
            <a:lvl2pPr>
              <a:defRPr sz="1200" b="0">
                <a:solidFill>
                  <a:srgbClr val="526978"/>
                </a:solidFill>
                <a:latin typeface="Arial"/>
                <a:ea typeface="Arial"/>
                <a:cs typeface="Arial"/>
              </a:defRPr>
            </a:lvl2pPr>
            <a:lvl3pPr>
              <a:defRPr sz="1200" b="0">
                <a:solidFill>
                  <a:srgbClr val="526978"/>
                </a:solidFill>
                <a:latin typeface="Arial"/>
                <a:ea typeface="Arial"/>
                <a:cs typeface="Arial"/>
              </a:defRPr>
            </a:lvl3pPr>
            <a:lvl4pPr>
              <a:defRPr sz="1200" b="0">
                <a:solidFill>
                  <a:srgbClr val="526978"/>
                </a:solidFill>
                <a:latin typeface="Arial"/>
                <a:ea typeface="Arial"/>
                <a:cs typeface="Arial"/>
              </a:defRPr>
            </a:lvl4pPr>
            <a:lvl5pPr>
              <a:defRPr sz="1200" b="0">
                <a:solidFill>
                  <a:srgbClr val="526978"/>
                </a:solidFill>
                <a:latin typeface="Arial"/>
                <a:ea typeface="Arial"/>
                <a:cs typeface="Arial"/>
              </a:defRPr>
            </a:lvl5pPr>
            <a:lvl6pPr>
              <a:defRPr sz="1200" b="0">
                <a:solidFill>
                  <a:srgbClr val="526978"/>
                </a:solidFill>
                <a:latin typeface="Arial"/>
                <a:ea typeface="Arial"/>
                <a:cs typeface="Arial"/>
              </a:defRPr>
            </a:lvl6pPr>
            <a:lvl7pPr>
              <a:defRPr sz="1200" b="0">
                <a:solidFill>
                  <a:srgbClr val="526978"/>
                </a:solidFill>
                <a:latin typeface="Arial"/>
                <a:ea typeface="Arial"/>
                <a:cs typeface="Arial"/>
              </a:defRPr>
            </a:lvl7pPr>
            <a:lvl8pPr>
              <a:defRPr sz="1200" b="0">
                <a:solidFill>
                  <a:srgbClr val="526978"/>
                </a:solidFill>
                <a:latin typeface="Arial"/>
                <a:ea typeface="Arial"/>
                <a:cs typeface="Arial"/>
              </a:defRPr>
            </a:lvl8pPr>
            <a:lvl9pPr>
              <a:defRPr sz="1200" b="0">
                <a:solidFill>
                  <a:srgbClr val="526978"/>
                </a:solidFill>
                <a:latin typeface="Arial"/>
                <a:ea typeface="Arial"/>
                <a:cs typeface="Arial"/>
              </a:defRPr>
            </a:lvl9pPr>
          </a:lstStyle>
          <a:p xmlns:a="http://schemas.openxmlformats.org/drawingml/2006/main">
            <a:pPr>
              <a:defRPr sz="1200" b="0">
                <a:solidFill>
                  <a:srgbClr val="526978"/>
                </a:solidFill>
                <a:latin typeface="Arial"/>
                <a:ea typeface="Arial"/>
                <a:cs typeface="Arial"/>
              </a:defRPr>
            </a:pPr>
            <a:r>
              <a:rPr sz="1200" b="0">
                <a:solidFill>
                  <a:srgbClr val="526978"/>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872E2D89-3CE5-46D2-A8DC-590DD676FA15}"/>
              </a:ext>
            </a:extLst>
          </p:cNvPr>
          <p:cNvSpPr>
            <a:spLocks xmlns:a="http://schemas.openxmlformats.org/drawingml/2006/main" noGrp="1"/>
          </p:cNvSpPr>
          <p:nvPr/>
        </p:nvSpPr>
        <p:spPr>
          <a:xfrm xmlns:a="http://schemas.openxmlformats.org/drawingml/2006/main">
            <a:off x="609600" y="2057400"/>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43247"/>
                </a:solidFill>
                <a:latin typeface="Arial"/>
                <a:ea typeface="Arial"/>
                <a:cs typeface="Arial"/>
              </a:defRPr>
            </a:defPPr>
            <a:lvl1pPr>
              <a:defRPr sz="3600" b="1">
                <a:solidFill>
                  <a:srgbClr val="143247"/>
                </a:solidFill>
                <a:latin typeface="Arial"/>
                <a:ea typeface="Arial"/>
                <a:cs typeface="Arial"/>
              </a:defRPr>
            </a:lvl1pPr>
            <a:lvl2pPr>
              <a:defRPr sz="3600" b="1">
                <a:solidFill>
                  <a:srgbClr val="143247"/>
                </a:solidFill>
                <a:latin typeface="Arial"/>
                <a:ea typeface="Arial"/>
                <a:cs typeface="Arial"/>
              </a:defRPr>
            </a:lvl2pPr>
            <a:lvl3pPr>
              <a:defRPr sz="3600" b="1">
                <a:solidFill>
                  <a:srgbClr val="143247"/>
                </a:solidFill>
                <a:latin typeface="Arial"/>
                <a:ea typeface="Arial"/>
                <a:cs typeface="Arial"/>
              </a:defRPr>
            </a:lvl3pPr>
            <a:lvl4pPr>
              <a:defRPr sz="3600" b="1">
                <a:solidFill>
                  <a:srgbClr val="143247"/>
                </a:solidFill>
                <a:latin typeface="Arial"/>
                <a:ea typeface="Arial"/>
                <a:cs typeface="Arial"/>
              </a:defRPr>
            </a:lvl4pPr>
            <a:lvl5pPr>
              <a:defRPr sz="3600" b="1">
                <a:solidFill>
                  <a:srgbClr val="143247"/>
                </a:solidFill>
                <a:latin typeface="Arial"/>
                <a:ea typeface="Arial"/>
                <a:cs typeface="Arial"/>
              </a:defRPr>
            </a:lvl5pPr>
            <a:lvl6pPr>
              <a:defRPr sz="3600" b="1">
                <a:solidFill>
                  <a:srgbClr val="143247"/>
                </a:solidFill>
                <a:latin typeface="Arial"/>
                <a:ea typeface="Arial"/>
                <a:cs typeface="Arial"/>
              </a:defRPr>
            </a:lvl6pPr>
            <a:lvl7pPr>
              <a:defRPr sz="3600" b="1">
                <a:solidFill>
                  <a:srgbClr val="143247"/>
                </a:solidFill>
                <a:latin typeface="Arial"/>
                <a:ea typeface="Arial"/>
                <a:cs typeface="Arial"/>
              </a:defRPr>
            </a:lvl7pPr>
            <a:lvl8pPr>
              <a:defRPr sz="3600" b="1">
                <a:solidFill>
                  <a:srgbClr val="143247"/>
                </a:solidFill>
                <a:latin typeface="Arial"/>
                <a:ea typeface="Arial"/>
                <a:cs typeface="Arial"/>
              </a:defRPr>
            </a:lvl8pPr>
            <a:lvl9pPr>
              <a:defRPr sz="3600" b="1">
                <a:solidFill>
                  <a:srgbClr val="143247"/>
                </a:solidFill>
                <a:latin typeface="Arial"/>
                <a:ea typeface="Arial"/>
                <a:cs typeface="Arial"/>
              </a:defRPr>
            </a:lvl9pPr>
          </a:lstStyle>
          <a:p xmlns:a="http://schemas.openxmlformats.org/drawingml/2006/main">
            <a:pPr>
              <a:defRPr sz="3600" b="1">
                <a:solidFill>
                  <a:srgbClr val="143247"/>
                </a:solidFill>
                <a:latin typeface="Arial"/>
                <a:ea typeface="Arial"/>
                <a:cs typeface="Arial"/>
              </a:defRPr>
            </a:pPr>
            <a:r>
              <a:rPr sz="3600" b="1">
                <a:solidFill>
                  <a:srgbClr val="143247"/>
                </a:solidFill>
                <a:latin typeface="Arial"/>
                <a:ea typeface="Arial"/>
                <a:cs typeface="Arial"/>
              </a:rPr>
              <a:t>A complete repair workflow,</a:t>
            </a:r>
          </a:p>
          <a:p xmlns:a="http://schemas.openxmlformats.org/drawingml/2006/main">
            <a:pPr>
              <a:defRPr sz="3600" b="1">
                <a:solidFill>
                  <a:srgbClr val="143247"/>
                </a:solidFill>
                <a:latin typeface="Arial"/>
                <a:ea typeface="Arial"/>
                <a:cs typeface="Arial"/>
              </a:defRPr>
            </a:pPr>
            <a:r>
              <a:rPr sz="3600" b="1">
                <a:solidFill>
                  <a:srgbClr val="143247"/>
                </a:solidFill>
                <a:latin typeface="Arial"/>
                <a:ea typeface="Arial"/>
                <a:cs typeface="Arial"/>
              </a:rPr>
              <a:t>with evidence that stays connected.</a:t>
            </a:r>
          </a:p>
        </p:txBody>
      </p:sp>
      <p:sp>
        <p:nvSpPr>
          <p:cNvPr id="5" name="">
            <a:extLst xmlns:a="http://schemas.openxmlformats.org/drawingml/2006/main">
              <a:ext uri="{FF2B5EF4-FFF2-40B4-BE49-F238E27FC236}">
                <a16:creationId xmlns:a16="http://schemas.microsoft.com/office/drawing/2014/main" id="{74BBB060-9281-4504-8F8D-C6BAD80C2D88}"/>
              </a:ext>
            </a:extLst>
          </p:cNvPr>
          <p:cNvSpPr>
            <a:spLocks xmlns:a="http://schemas.openxmlformats.org/drawingml/2006/main" noGrp="1"/>
          </p:cNvSpPr>
          <p:nvPr/>
        </p:nvSpPr>
        <p:spPr>
          <a:xfrm xmlns:a="http://schemas.openxmlformats.org/drawingml/2006/main">
            <a:off x="609600" y="3990975"/>
            <a:ext cx="123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rial"/>
                <a:ea typeface="Arial"/>
                <a:cs typeface="Arial"/>
              </a:defRPr>
            </a:defPPr>
            <a:lvl1pPr>
              <a:defRPr sz="2175" b="1">
                <a:solidFill>
                  <a:srgbClr val="087F8C"/>
                </a:solidFill>
                <a:latin typeface="Arial"/>
                <a:ea typeface="Arial"/>
                <a:cs typeface="Arial"/>
              </a:defRPr>
            </a:lvl1pPr>
            <a:lvl2pPr>
              <a:defRPr sz="2175" b="1">
                <a:solidFill>
                  <a:srgbClr val="087F8C"/>
                </a:solidFill>
                <a:latin typeface="Arial"/>
                <a:ea typeface="Arial"/>
                <a:cs typeface="Arial"/>
              </a:defRPr>
            </a:lvl2pPr>
            <a:lvl3pPr>
              <a:defRPr sz="2175" b="1">
                <a:solidFill>
                  <a:srgbClr val="087F8C"/>
                </a:solidFill>
                <a:latin typeface="Arial"/>
                <a:ea typeface="Arial"/>
                <a:cs typeface="Arial"/>
              </a:defRPr>
            </a:lvl3pPr>
            <a:lvl4pPr>
              <a:defRPr sz="2175" b="1">
                <a:solidFill>
                  <a:srgbClr val="087F8C"/>
                </a:solidFill>
                <a:latin typeface="Arial"/>
                <a:ea typeface="Arial"/>
                <a:cs typeface="Arial"/>
              </a:defRPr>
            </a:lvl4pPr>
            <a:lvl5pPr>
              <a:defRPr sz="2175" b="1">
                <a:solidFill>
                  <a:srgbClr val="087F8C"/>
                </a:solidFill>
                <a:latin typeface="Arial"/>
                <a:ea typeface="Arial"/>
                <a:cs typeface="Arial"/>
              </a:defRPr>
            </a:lvl5pPr>
            <a:lvl6pPr>
              <a:defRPr sz="2175" b="1">
                <a:solidFill>
                  <a:srgbClr val="087F8C"/>
                </a:solidFill>
                <a:latin typeface="Arial"/>
                <a:ea typeface="Arial"/>
                <a:cs typeface="Arial"/>
              </a:defRPr>
            </a:lvl6pPr>
            <a:lvl7pPr>
              <a:defRPr sz="2175" b="1">
                <a:solidFill>
                  <a:srgbClr val="087F8C"/>
                </a:solidFill>
                <a:latin typeface="Arial"/>
                <a:ea typeface="Arial"/>
                <a:cs typeface="Arial"/>
              </a:defRPr>
            </a:lvl7pPr>
            <a:lvl8pPr>
              <a:defRPr sz="2175" b="1">
                <a:solidFill>
                  <a:srgbClr val="087F8C"/>
                </a:solidFill>
                <a:latin typeface="Arial"/>
                <a:ea typeface="Arial"/>
                <a:cs typeface="Arial"/>
              </a:defRPr>
            </a:lvl8pPr>
            <a:lvl9pPr>
              <a:defRPr sz="2175" b="1">
                <a:solidFill>
                  <a:srgbClr val="087F8C"/>
                </a:solidFill>
                <a:latin typeface="Arial"/>
                <a:ea typeface="Arial"/>
                <a:cs typeface="Arial"/>
              </a:defRPr>
            </a:lvl9pPr>
          </a:lstStyle>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OOP</a:t>
            </a:r>
          </a:p>
        </p:txBody>
      </p:sp>
      <p:sp>
        <p:nvSpPr>
          <p:cNvPr id="6" name="">
            <a:extLst xmlns:a="http://schemas.openxmlformats.org/drawingml/2006/main">
              <a:ext uri="{FF2B5EF4-FFF2-40B4-BE49-F238E27FC236}">
                <a16:creationId xmlns:a16="http://schemas.microsoft.com/office/drawing/2014/main" id="{A97D28DE-3F92-44C0-97D6-2CA0F918E2E8}"/>
              </a:ext>
            </a:extLst>
          </p:cNvPr>
          <p:cNvSpPr>
            <a:spLocks xmlns:a="http://schemas.openxmlformats.org/drawingml/2006/main" noGrp="1"/>
          </p:cNvSpPr>
          <p:nvPr/>
        </p:nvSpPr>
        <p:spPr>
          <a:xfrm xmlns:a="http://schemas.openxmlformats.org/drawingml/2006/main">
            <a:off x="2171700" y="3990975"/>
            <a:ext cx="914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43247"/>
                </a:solidFill>
                <a:latin typeface="Arial"/>
                <a:ea typeface="Arial"/>
                <a:cs typeface="Arial"/>
              </a:defRPr>
            </a:defPPr>
            <a:lvl1pPr>
              <a:defRPr sz="2250" b="0">
                <a:solidFill>
                  <a:srgbClr val="143247"/>
                </a:solidFill>
                <a:latin typeface="Arial"/>
                <a:ea typeface="Arial"/>
                <a:cs typeface="Arial"/>
              </a:defRPr>
            </a:lvl1pPr>
            <a:lvl2pPr>
              <a:defRPr sz="2250" b="0">
                <a:solidFill>
                  <a:srgbClr val="143247"/>
                </a:solidFill>
                <a:latin typeface="Arial"/>
                <a:ea typeface="Arial"/>
                <a:cs typeface="Arial"/>
              </a:defRPr>
            </a:lvl2pPr>
            <a:lvl3pPr>
              <a:defRPr sz="2250" b="0">
                <a:solidFill>
                  <a:srgbClr val="143247"/>
                </a:solidFill>
                <a:latin typeface="Arial"/>
                <a:ea typeface="Arial"/>
                <a:cs typeface="Arial"/>
              </a:defRPr>
            </a:lvl3pPr>
            <a:lvl4pPr>
              <a:defRPr sz="2250" b="0">
                <a:solidFill>
                  <a:srgbClr val="143247"/>
                </a:solidFill>
                <a:latin typeface="Arial"/>
                <a:ea typeface="Arial"/>
                <a:cs typeface="Arial"/>
              </a:defRPr>
            </a:lvl4pPr>
            <a:lvl5pPr>
              <a:defRPr sz="2250" b="0">
                <a:solidFill>
                  <a:srgbClr val="143247"/>
                </a:solidFill>
                <a:latin typeface="Arial"/>
                <a:ea typeface="Arial"/>
                <a:cs typeface="Arial"/>
              </a:defRPr>
            </a:lvl5pPr>
            <a:lvl6pPr>
              <a:defRPr sz="2250" b="0">
                <a:solidFill>
                  <a:srgbClr val="143247"/>
                </a:solidFill>
                <a:latin typeface="Arial"/>
                <a:ea typeface="Arial"/>
                <a:cs typeface="Arial"/>
              </a:defRPr>
            </a:lvl6pPr>
            <a:lvl7pPr>
              <a:defRPr sz="2250" b="0">
                <a:solidFill>
                  <a:srgbClr val="143247"/>
                </a:solidFill>
                <a:latin typeface="Arial"/>
                <a:ea typeface="Arial"/>
                <a:cs typeface="Arial"/>
              </a:defRPr>
            </a:lvl7pPr>
            <a:lvl8pPr>
              <a:defRPr sz="2250" b="0">
                <a:solidFill>
                  <a:srgbClr val="143247"/>
                </a:solidFill>
                <a:latin typeface="Arial"/>
                <a:ea typeface="Arial"/>
                <a:cs typeface="Arial"/>
              </a:defRPr>
            </a:lvl8pPr>
            <a:lvl9pPr>
              <a:defRPr sz="2250" b="0">
                <a:solidFill>
                  <a:srgbClr val="143247"/>
                </a:solidFill>
                <a:latin typeface="Arial"/>
                <a:ea typeface="Arial"/>
                <a:cs typeface="Arial"/>
              </a:defRPr>
            </a:lvl9pPr>
          </a:lstStyle>
          <a:p xmlns:a="http://schemas.openxmlformats.org/drawingml/2006/main">
            <a:pPr>
              <a:defRPr sz="2250" b="0">
                <a:solidFill>
                  <a:srgbClr val="143247"/>
                </a:solidFill>
                <a:latin typeface="Arial"/>
                <a:ea typeface="Arial"/>
                <a:cs typeface="Arial"/>
              </a:defRPr>
            </a:pPr>
            <a:r>
              <a:rPr sz="2250" b="0">
                <a:solidFill>
                  <a:srgbClr val="143247"/>
                </a:solidFill>
                <a:latin typeface="Arial"/>
                <a:ea typeface="Arial"/>
                <a:cs typeface="Arial"/>
              </a:rPr>
              <a:t>Clear responsibilities and guarded behaviour</a:t>
            </a:r>
          </a:p>
        </p:txBody>
      </p:sp>
      <p:sp>
        <p:nvSpPr>
          <p:cNvPr id="7" name="">
            <a:extLst xmlns:a="http://schemas.openxmlformats.org/drawingml/2006/main">
              <a:ext uri="{FF2B5EF4-FFF2-40B4-BE49-F238E27FC236}">
                <a16:creationId xmlns:a16="http://schemas.microsoft.com/office/drawing/2014/main" id="{CC952011-9DC6-433B-8442-8F3521DF79A4}"/>
              </a:ext>
            </a:extLst>
          </p:cNvPr>
          <p:cNvSpPr>
            <a:spLocks xmlns:a="http://schemas.openxmlformats.org/drawingml/2006/main" noGrp="1"/>
          </p:cNvSpPr>
          <p:nvPr/>
        </p:nvSpPr>
        <p:spPr>
          <a:xfrm xmlns:a="http://schemas.openxmlformats.org/drawingml/2006/main">
            <a:off x="609600" y="476250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rial"/>
                <a:ea typeface="Arial"/>
                <a:cs typeface="Arial"/>
              </a:defRPr>
            </a:defPPr>
            <a:lvl1pPr>
              <a:defRPr sz="2175" b="1">
                <a:solidFill>
                  <a:srgbClr val="087F8C"/>
                </a:solidFill>
                <a:latin typeface="Arial"/>
                <a:ea typeface="Arial"/>
                <a:cs typeface="Arial"/>
              </a:defRPr>
            </a:lvl1pPr>
            <a:lvl2pPr>
              <a:defRPr sz="2175" b="1">
                <a:solidFill>
                  <a:srgbClr val="087F8C"/>
                </a:solidFill>
                <a:latin typeface="Arial"/>
                <a:ea typeface="Arial"/>
                <a:cs typeface="Arial"/>
              </a:defRPr>
            </a:lvl2pPr>
            <a:lvl3pPr>
              <a:defRPr sz="2175" b="1">
                <a:solidFill>
                  <a:srgbClr val="087F8C"/>
                </a:solidFill>
                <a:latin typeface="Arial"/>
                <a:ea typeface="Arial"/>
                <a:cs typeface="Arial"/>
              </a:defRPr>
            </a:lvl3pPr>
            <a:lvl4pPr>
              <a:defRPr sz="2175" b="1">
                <a:solidFill>
                  <a:srgbClr val="087F8C"/>
                </a:solidFill>
                <a:latin typeface="Arial"/>
                <a:ea typeface="Arial"/>
                <a:cs typeface="Arial"/>
              </a:defRPr>
            </a:lvl4pPr>
            <a:lvl5pPr>
              <a:defRPr sz="2175" b="1">
                <a:solidFill>
                  <a:srgbClr val="087F8C"/>
                </a:solidFill>
                <a:latin typeface="Arial"/>
                <a:ea typeface="Arial"/>
                <a:cs typeface="Arial"/>
              </a:defRPr>
            </a:lvl5pPr>
            <a:lvl6pPr>
              <a:defRPr sz="2175" b="1">
                <a:solidFill>
                  <a:srgbClr val="087F8C"/>
                </a:solidFill>
                <a:latin typeface="Arial"/>
                <a:ea typeface="Arial"/>
                <a:cs typeface="Arial"/>
              </a:defRPr>
            </a:lvl6pPr>
            <a:lvl7pPr>
              <a:defRPr sz="2175" b="1">
                <a:solidFill>
                  <a:srgbClr val="087F8C"/>
                </a:solidFill>
                <a:latin typeface="Arial"/>
                <a:ea typeface="Arial"/>
                <a:cs typeface="Arial"/>
              </a:defRPr>
            </a:lvl7pPr>
            <a:lvl8pPr>
              <a:defRPr sz="2175" b="1">
                <a:solidFill>
                  <a:srgbClr val="087F8C"/>
                </a:solidFill>
                <a:latin typeface="Arial"/>
                <a:ea typeface="Arial"/>
                <a:cs typeface="Arial"/>
              </a:defRPr>
            </a:lvl8pPr>
            <a:lvl9pPr>
              <a:defRPr sz="2175" b="1">
                <a:solidFill>
                  <a:srgbClr val="087F8C"/>
                </a:solidFill>
                <a:latin typeface="Arial"/>
                <a:ea typeface="Arial"/>
                <a:cs typeface="Arial"/>
              </a:defRPr>
            </a:lvl9pPr>
          </a:lstStyle>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RDBMS</a:t>
            </a:r>
          </a:p>
        </p:txBody>
      </p:sp>
      <p:sp>
        <p:nvSpPr>
          <p:cNvPr id="8" name="">
            <a:extLst xmlns:a="http://schemas.openxmlformats.org/drawingml/2006/main">
              <a:ext uri="{FF2B5EF4-FFF2-40B4-BE49-F238E27FC236}">
                <a16:creationId xmlns:a16="http://schemas.microsoft.com/office/drawing/2014/main" id="{FF94DEBE-B5BC-46C9-A536-DE91D879FF3D}"/>
              </a:ext>
            </a:extLst>
          </p:cNvPr>
          <p:cNvSpPr>
            <a:spLocks xmlns:a="http://schemas.openxmlformats.org/drawingml/2006/main" noGrp="1"/>
          </p:cNvSpPr>
          <p:nvPr/>
        </p:nvSpPr>
        <p:spPr>
          <a:xfrm xmlns:a="http://schemas.openxmlformats.org/drawingml/2006/main">
            <a:off x="2171700" y="4762500"/>
            <a:ext cx="914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43247"/>
                </a:solidFill>
                <a:latin typeface="Arial"/>
                <a:ea typeface="Arial"/>
                <a:cs typeface="Arial"/>
              </a:defRPr>
            </a:defPPr>
            <a:lvl1pPr>
              <a:defRPr sz="2250" b="0">
                <a:solidFill>
                  <a:srgbClr val="143247"/>
                </a:solidFill>
                <a:latin typeface="Arial"/>
                <a:ea typeface="Arial"/>
                <a:cs typeface="Arial"/>
              </a:defRPr>
            </a:lvl1pPr>
            <a:lvl2pPr>
              <a:defRPr sz="2250" b="0">
                <a:solidFill>
                  <a:srgbClr val="143247"/>
                </a:solidFill>
                <a:latin typeface="Arial"/>
                <a:ea typeface="Arial"/>
                <a:cs typeface="Arial"/>
              </a:defRPr>
            </a:lvl2pPr>
            <a:lvl3pPr>
              <a:defRPr sz="2250" b="0">
                <a:solidFill>
                  <a:srgbClr val="143247"/>
                </a:solidFill>
                <a:latin typeface="Arial"/>
                <a:ea typeface="Arial"/>
                <a:cs typeface="Arial"/>
              </a:defRPr>
            </a:lvl3pPr>
            <a:lvl4pPr>
              <a:defRPr sz="2250" b="0">
                <a:solidFill>
                  <a:srgbClr val="143247"/>
                </a:solidFill>
                <a:latin typeface="Arial"/>
                <a:ea typeface="Arial"/>
                <a:cs typeface="Arial"/>
              </a:defRPr>
            </a:lvl4pPr>
            <a:lvl5pPr>
              <a:defRPr sz="2250" b="0">
                <a:solidFill>
                  <a:srgbClr val="143247"/>
                </a:solidFill>
                <a:latin typeface="Arial"/>
                <a:ea typeface="Arial"/>
                <a:cs typeface="Arial"/>
              </a:defRPr>
            </a:lvl5pPr>
            <a:lvl6pPr>
              <a:defRPr sz="2250" b="0">
                <a:solidFill>
                  <a:srgbClr val="143247"/>
                </a:solidFill>
                <a:latin typeface="Arial"/>
                <a:ea typeface="Arial"/>
                <a:cs typeface="Arial"/>
              </a:defRPr>
            </a:lvl6pPr>
            <a:lvl7pPr>
              <a:defRPr sz="2250" b="0">
                <a:solidFill>
                  <a:srgbClr val="143247"/>
                </a:solidFill>
                <a:latin typeface="Arial"/>
                <a:ea typeface="Arial"/>
                <a:cs typeface="Arial"/>
              </a:defRPr>
            </a:lvl7pPr>
            <a:lvl8pPr>
              <a:defRPr sz="2250" b="0">
                <a:solidFill>
                  <a:srgbClr val="143247"/>
                </a:solidFill>
                <a:latin typeface="Arial"/>
                <a:ea typeface="Arial"/>
                <a:cs typeface="Arial"/>
              </a:defRPr>
            </a:lvl8pPr>
            <a:lvl9pPr>
              <a:defRPr sz="2250" b="0">
                <a:solidFill>
                  <a:srgbClr val="143247"/>
                </a:solidFill>
                <a:latin typeface="Arial"/>
                <a:ea typeface="Arial"/>
                <a:cs typeface="Arial"/>
              </a:defRPr>
            </a:lvl9pPr>
          </a:lstStyle>
          <a:p xmlns:a="http://schemas.openxmlformats.org/drawingml/2006/main">
            <a:pPr>
              <a:defRPr sz="2250" b="0">
                <a:solidFill>
                  <a:srgbClr val="143247"/>
                </a:solidFill>
                <a:latin typeface="Arial"/>
                <a:ea typeface="Arial"/>
                <a:cs typeface="Arial"/>
              </a:defRPr>
            </a:pPr>
            <a:r>
              <a:rPr sz="2250" b="0">
                <a:solidFill>
                  <a:srgbClr val="143247"/>
                </a:solidFill>
                <a:latin typeface="Arial"/>
                <a:ea typeface="Arial"/>
                <a:cs typeface="Arial"/>
              </a:rPr>
              <a:t>Linked history and atomic state changes</a:t>
            </a:r>
          </a:p>
        </p:txBody>
      </p:sp>
      <p:sp>
        <p:nvSpPr>
          <p:cNvPr id="9" name="">
            <a:extLst xmlns:a="http://schemas.openxmlformats.org/drawingml/2006/main">
              <a:ext uri="{FF2B5EF4-FFF2-40B4-BE49-F238E27FC236}">
                <a16:creationId xmlns:a16="http://schemas.microsoft.com/office/drawing/2014/main" id="{C4690157-0DE0-4007-9D79-93F4331BDAFA}"/>
              </a:ext>
            </a:extLst>
          </p:cNvPr>
          <p:cNvSpPr>
            <a:spLocks xmlns:a="http://schemas.openxmlformats.org/drawingml/2006/main" noGrp="1"/>
          </p:cNvSpPr>
          <p:nvPr/>
        </p:nvSpPr>
        <p:spPr>
          <a:xfrm xmlns:a="http://schemas.openxmlformats.org/drawingml/2006/main">
            <a:off x="609600" y="5553075"/>
            <a:ext cx="10972800" cy="28575"/>
          </a:xfrm>
          <a:prstGeom xmlns:a="http://schemas.openxmlformats.org/drawingml/2006/main" prst="rect">
            <a:avLst/>
          </a:prstGeom>
          <a:solidFill xmlns:a="http://schemas.openxmlformats.org/drawingml/2006/main">
            <a:srgbClr val="C8DCE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9FF0B4B-F4C7-475F-AAB7-8C0567BF8DD5}"/>
              </a:ext>
            </a:extLst>
          </p:cNvPr>
          <p:cNvSpPr>
            <a:spLocks xmlns:a="http://schemas.openxmlformats.org/drawingml/2006/main" noGrp="1"/>
          </p:cNvSpPr>
          <p:nvPr/>
        </p:nvSpPr>
        <p:spPr>
          <a:xfrm xmlns:a="http://schemas.openxmlformats.org/drawingml/2006/main">
            <a:off x="609600" y="5848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26978"/>
                </a:solidFill>
                <a:latin typeface="Arial"/>
                <a:ea typeface="Arial"/>
                <a:cs typeface="Arial"/>
              </a:defRPr>
            </a:defPPr>
            <a:lvl1pPr>
              <a:defRPr sz="1950" b="0">
                <a:solidFill>
                  <a:srgbClr val="526978"/>
                </a:solidFill>
                <a:latin typeface="Arial"/>
                <a:ea typeface="Arial"/>
                <a:cs typeface="Arial"/>
              </a:defRPr>
            </a:lvl1pPr>
            <a:lvl2pPr>
              <a:defRPr sz="1950" b="0">
                <a:solidFill>
                  <a:srgbClr val="526978"/>
                </a:solidFill>
                <a:latin typeface="Arial"/>
                <a:ea typeface="Arial"/>
                <a:cs typeface="Arial"/>
              </a:defRPr>
            </a:lvl2pPr>
            <a:lvl3pPr>
              <a:defRPr sz="1950" b="0">
                <a:solidFill>
                  <a:srgbClr val="526978"/>
                </a:solidFill>
                <a:latin typeface="Arial"/>
                <a:ea typeface="Arial"/>
                <a:cs typeface="Arial"/>
              </a:defRPr>
            </a:lvl3pPr>
            <a:lvl4pPr>
              <a:defRPr sz="1950" b="0">
                <a:solidFill>
                  <a:srgbClr val="526978"/>
                </a:solidFill>
                <a:latin typeface="Arial"/>
                <a:ea typeface="Arial"/>
                <a:cs typeface="Arial"/>
              </a:defRPr>
            </a:lvl4pPr>
            <a:lvl5pPr>
              <a:defRPr sz="1950" b="0">
                <a:solidFill>
                  <a:srgbClr val="526978"/>
                </a:solidFill>
                <a:latin typeface="Arial"/>
                <a:ea typeface="Arial"/>
                <a:cs typeface="Arial"/>
              </a:defRPr>
            </a:lvl5pPr>
            <a:lvl6pPr>
              <a:defRPr sz="1950" b="0">
                <a:solidFill>
                  <a:srgbClr val="526978"/>
                </a:solidFill>
                <a:latin typeface="Arial"/>
                <a:ea typeface="Arial"/>
                <a:cs typeface="Arial"/>
              </a:defRPr>
            </a:lvl6pPr>
            <a:lvl7pPr>
              <a:defRPr sz="1950" b="0">
                <a:solidFill>
                  <a:srgbClr val="526978"/>
                </a:solidFill>
                <a:latin typeface="Arial"/>
                <a:ea typeface="Arial"/>
                <a:cs typeface="Arial"/>
              </a:defRPr>
            </a:lvl7pPr>
            <a:lvl8pPr>
              <a:defRPr sz="1950" b="0">
                <a:solidFill>
                  <a:srgbClr val="526978"/>
                </a:solidFill>
                <a:latin typeface="Arial"/>
                <a:ea typeface="Arial"/>
                <a:cs typeface="Arial"/>
              </a:defRPr>
            </a:lvl8pPr>
            <a:lvl9pPr>
              <a:defRPr sz="1950" b="0">
                <a:solidFill>
                  <a:srgbClr val="526978"/>
                </a:solidFill>
                <a:latin typeface="Arial"/>
                <a:ea typeface="Arial"/>
                <a:cs typeface="Arial"/>
              </a:defRPr>
            </a:lvl9pPr>
          </a:lstStyle>
          <a:p xmlns:a="http://schemas.openxmlformats.org/drawingml/2006/main">
            <a:pPr>
              <a:defRPr sz="1950" b="0">
                <a:solidFill>
                  <a:srgbClr val="526978"/>
                </a:solidFill>
                <a:latin typeface="Arial"/>
                <a:ea typeface="Arial"/>
                <a:cs typeface="Arial"/>
              </a:defRPr>
            </a:pPr>
            <a:r>
              <a:rPr sz="1950" b="0">
                <a:solidFill>
                  <a:srgbClr val="526978"/>
                </a:solidFill>
                <a:latin typeface="Arial"/>
                <a:ea typeface="Arial"/>
                <a:cs typeface="Arial"/>
              </a:rPr>
              <a:t>Future: notifications, QR lookup and a shared server</a:t>
            </a:r>
          </a:p>
        </p:txBody>
      </p:sp>
    </p:spTree>
    <p:extLst>
      <p:ext uri="{BB962C8B-B14F-4D97-AF65-F5344CB8AC3E}">
        <p14:creationId xmlns:p14="http://schemas.microsoft.com/office/powerpoint/2010/main" val="13532721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2026-10-23T06:07:49.3270000Z</dcterms:created>
  <dcterms:modified xsi:type="dcterms:W3CDTF">2026-10-23T06:07:49.3270000Z</dcterms:modified>
</coreProperties>
</file>